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648" r:id="rId1"/>
    <p:sldMasterId id="2147483661" r:id="rId2"/>
  </p:sldMasterIdLst>
  <p:notesMasterIdLst>
    <p:notesMasterId r:id="rId9"/>
  </p:notesMasterIdLst>
  <p:sldIdLst>
    <p:sldId id="257" r:id="rId3"/>
    <p:sldId id="256" r:id="rId4"/>
    <p:sldId id="264" r:id="rId5"/>
    <p:sldId id="263" r:id="rId6"/>
    <p:sldId id="260" r:id="rId7"/>
    <p:sldId id="265" r:id="rId8"/>
  </p:sldIdLst>
  <p:sldSz cx="12192000" cy="6858000"/>
  <p:notesSz cx="6858000" cy="9144000"/>
  <p:defaultTextStyle>
    <a:defPPr>
      <a:defRPr lang="ja-JP"/>
    </a:defPPr>
    <a:lvl1pPr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umimoji="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umimoji="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umimoji="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umimoji="1"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091" autoAdjust="0"/>
    <p:restoredTop sz="96301" autoAdjust="0"/>
  </p:normalViewPr>
  <p:slideViewPr>
    <p:cSldViewPr>
      <p:cViewPr varScale="1">
        <p:scale>
          <a:sx n="114" d="100"/>
          <a:sy n="114" d="100"/>
        </p:scale>
        <p:origin x="1192" y="464"/>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EA538997-6C2B-7BB9-B90A-8ED64DD3AFB9}"/>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panose="020B0600070205080204" pitchFamily="50" charset="-128"/>
              </a:defRPr>
            </a:lvl1pPr>
          </a:lstStyle>
          <a:p>
            <a:pPr>
              <a:defRPr/>
            </a:pPr>
            <a:endParaRPr lang="en-US" altLang="ja-JP"/>
          </a:p>
        </p:txBody>
      </p:sp>
      <p:sp>
        <p:nvSpPr>
          <p:cNvPr id="4099" name="Rectangle 3">
            <a:extLst>
              <a:ext uri="{FF2B5EF4-FFF2-40B4-BE49-F238E27FC236}">
                <a16:creationId xmlns:a16="http://schemas.microsoft.com/office/drawing/2014/main" id="{18ECFBBC-BD4E-8FA5-1CE7-56D897785438}"/>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panose="020B0600070205080204" pitchFamily="50" charset="-128"/>
              </a:defRPr>
            </a:lvl1pPr>
          </a:lstStyle>
          <a:p>
            <a:pPr>
              <a:defRPr/>
            </a:pPr>
            <a:endParaRPr lang="en-US" altLang="ja-JP"/>
          </a:p>
        </p:txBody>
      </p:sp>
      <p:sp>
        <p:nvSpPr>
          <p:cNvPr id="13316" name="Rectangle 4">
            <a:extLst>
              <a:ext uri="{FF2B5EF4-FFF2-40B4-BE49-F238E27FC236}">
                <a16:creationId xmlns:a16="http://schemas.microsoft.com/office/drawing/2014/main" id="{431D5DD8-2F28-D4B6-95EC-2C4FB972403D}"/>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a:extLst>
              <a:ext uri="{FF2B5EF4-FFF2-40B4-BE49-F238E27FC236}">
                <a16:creationId xmlns:a16="http://schemas.microsoft.com/office/drawing/2014/main" id="{D791DD61-7F45-6AE1-1E22-D61AA05B8F84}"/>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4102" name="Rectangle 6">
            <a:extLst>
              <a:ext uri="{FF2B5EF4-FFF2-40B4-BE49-F238E27FC236}">
                <a16:creationId xmlns:a16="http://schemas.microsoft.com/office/drawing/2014/main" id="{2FA86343-EDCB-E01F-18BC-64A0DAEAA514}"/>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panose="020B0600070205080204" pitchFamily="50" charset="-128"/>
              </a:defRPr>
            </a:lvl1pPr>
          </a:lstStyle>
          <a:p>
            <a:pPr>
              <a:defRPr/>
            </a:pPr>
            <a:endParaRPr lang="en-US" altLang="ja-JP"/>
          </a:p>
        </p:txBody>
      </p:sp>
      <p:sp>
        <p:nvSpPr>
          <p:cNvPr id="4103" name="Rectangle 7">
            <a:extLst>
              <a:ext uri="{FF2B5EF4-FFF2-40B4-BE49-F238E27FC236}">
                <a16:creationId xmlns:a16="http://schemas.microsoft.com/office/drawing/2014/main" id="{023709BF-A9FD-7B18-0FFD-7D902D116E0E}"/>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ea typeface="ＭＳ Ｐゴシック" panose="020B0600070205080204" pitchFamily="50" charset="-128"/>
              </a:defRPr>
            </a:lvl1pPr>
          </a:lstStyle>
          <a:p>
            <a:pPr>
              <a:defRPr/>
            </a:pPr>
            <a:fld id="{26C98FAB-792A-DE42-8BFA-F4A46E1D5E1E}" type="slidenum">
              <a:rPr lang="en-US" altLang="ja-JP"/>
              <a:pPr>
                <a:defRPr/>
              </a:pPr>
              <a:t>‹#›</a:t>
            </a:fld>
            <a:endParaRPr lang="en-US" altLang="ja-JP"/>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4053493488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4053493488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51461982c0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51461982c0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5063aefd8e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5063aefd8e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510a78f81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510a78f814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510a78f814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510a78f814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914400" y="2130426"/>
            <a:ext cx="10363200" cy="1470025"/>
          </a:xfrm>
        </p:spPr>
        <p:txBody>
          <a:bodyPr/>
          <a:lstStyle/>
          <a:p>
            <a:r>
              <a:rPr lang="ja-JP" altLang="en-US"/>
              <a:t>マスター タイトルの書式設定</a:t>
            </a:r>
          </a:p>
        </p:txBody>
      </p:sp>
      <p:sp>
        <p:nvSpPr>
          <p:cNvPr id="3" name="サブタイトル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マスター サブタイトルの書式設定</a:t>
            </a:r>
          </a:p>
        </p:txBody>
      </p:sp>
      <p:sp>
        <p:nvSpPr>
          <p:cNvPr id="4" name="Rectangle 4">
            <a:extLst>
              <a:ext uri="{FF2B5EF4-FFF2-40B4-BE49-F238E27FC236}">
                <a16:creationId xmlns:a16="http://schemas.microsoft.com/office/drawing/2014/main" id="{B118136A-26B2-618A-BE5F-053001BF63BD}"/>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7B2046D2-2714-490A-3B67-7797889FA5EE}"/>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D341A4AB-62AD-23D9-4113-290F680148F7}"/>
              </a:ext>
            </a:extLst>
          </p:cNvPr>
          <p:cNvSpPr>
            <a:spLocks noGrp="1" noChangeArrowheads="1"/>
          </p:cNvSpPr>
          <p:nvPr>
            <p:ph type="sldNum" sz="quarter" idx="12"/>
          </p:nvPr>
        </p:nvSpPr>
        <p:spPr>
          <a:ln/>
        </p:spPr>
        <p:txBody>
          <a:bodyPr/>
          <a:lstStyle>
            <a:lvl1pPr>
              <a:defRPr/>
            </a:lvl1pPr>
          </a:lstStyle>
          <a:p>
            <a:pPr>
              <a:defRPr/>
            </a:pPr>
            <a:fld id="{D512E45F-671E-2149-A5BC-D681B4C5EEB0}" type="slidenum">
              <a:rPr lang="en-US" altLang="ja-JP"/>
              <a:pPr>
                <a:defRPr/>
              </a:pPr>
              <a:t>‹#›</a:t>
            </a:fld>
            <a:endParaRPr lang="en-US" altLang="ja-JP"/>
          </a:p>
        </p:txBody>
      </p:sp>
    </p:spTree>
    <p:extLst>
      <p:ext uri="{BB962C8B-B14F-4D97-AF65-F5344CB8AC3E}">
        <p14:creationId xmlns:p14="http://schemas.microsoft.com/office/powerpoint/2010/main" val="4159867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84EE96AD-CC14-E692-1F7D-68F44F9B4692}"/>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0F175CFE-4E31-5873-13AB-308C8B671D5B}"/>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C4471CFD-A800-7DB7-1142-6C053085FCB9}"/>
              </a:ext>
            </a:extLst>
          </p:cNvPr>
          <p:cNvSpPr>
            <a:spLocks noGrp="1" noChangeArrowheads="1"/>
          </p:cNvSpPr>
          <p:nvPr>
            <p:ph type="sldNum" sz="quarter" idx="12"/>
          </p:nvPr>
        </p:nvSpPr>
        <p:spPr>
          <a:ln/>
        </p:spPr>
        <p:txBody>
          <a:bodyPr/>
          <a:lstStyle>
            <a:lvl1pPr>
              <a:defRPr/>
            </a:lvl1pPr>
          </a:lstStyle>
          <a:p>
            <a:pPr>
              <a:defRPr/>
            </a:pPr>
            <a:fld id="{00DD4F82-FDD1-F94F-B42A-36EB283F71F2}" type="slidenum">
              <a:rPr lang="en-US" altLang="ja-JP"/>
              <a:pPr>
                <a:defRPr/>
              </a:pPr>
              <a:t>‹#›</a:t>
            </a:fld>
            <a:endParaRPr lang="en-US" altLang="ja-JP"/>
          </a:p>
        </p:txBody>
      </p:sp>
    </p:spTree>
    <p:extLst>
      <p:ext uri="{BB962C8B-B14F-4D97-AF65-F5344CB8AC3E}">
        <p14:creationId xmlns:p14="http://schemas.microsoft.com/office/powerpoint/2010/main" val="21469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63084" y="4406901"/>
            <a:ext cx="10363200" cy="1362075"/>
          </a:xfrm>
        </p:spPr>
        <p:txBody>
          <a:bodyPr anchor="t"/>
          <a:lstStyle>
            <a:lvl1pPr algn="l">
              <a:defRPr sz="4000" b="1" cap="all"/>
            </a:lvl1pPr>
          </a:lstStyle>
          <a:p>
            <a:r>
              <a:rPr lang="ja-JP" altLang="en-US"/>
              <a:t>マスター タイトルの書式設定</a:t>
            </a:r>
          </a:p>
        </p:txBody>
      </p:sp>
      <p:sp>
        <p:nvSpPr>
          <p:cNvPr id="3" name="テキスト プレースホルダー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4">
            <a:extLst>
              <a:ext uri="{FF2B5EF4-FFF2-40B4-BE49-F238E27FC236}">
                <a16:creationId xmlns:a16="http://schemas.microsoft.com/office/drawing/2014/main" id="{237C90B7-086A-1E1A-A6FC-8587397999DE}"/>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A031A459-D711-762F-8C24-319FC6A4474F}"/>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ABF1C6A1-D8A0-077A-60E3-0D4DE4063450}"/>
              </a:ext>
            </a:extLst>
          </p:cNvPr>
          <p:cNvSpPr>
            <a:spLocks noGrp="1" noChangeArrowheads="1"/>
          </p:cNvSpPr>
          <p:nvPr>
            <p:ph type="sldNum" sz="quarter" idx="12"/>
          </p:nvPr>
        </p:nvSpPr>
        <p:spPr>
          <a:ln/>
        </p:spPr>
        <p:txBody>
          <a:bodyPr/>
          <a:lstStyle>
            <a:lvl1pPr>
              <a:defRPr/>
            </a:lvl1pPr>
          </a:lstStyle>
          <a:p>
            <a:pPr>
              <a:defRPr/>
            </a:pPr>
            <a:fld id="{0B1865E6-7FDF-814B-BC68-13B97FC3B9C4}" type="slidenum">
              <a:rPr lang="en-US" altLang="ja-JP"/>
              <a:pPr>
                <a:defRPr/>
              </a:pPr>
              <a:t>‹#›</a:t>
            </a:fld>
            <a:endParaRPr lang="en-US" altLang="ja-JP"/>
          </a:p>
        </p:txBody>
      </p:sp>
    </p:spTree>
    <p:extLst>
      <p:ext uri="{BB962C8B-B14F-4D97-AF65-F5344CB8AC3E}">
        <p14:creationId xmlns:p14="http://schemas.microsoft.com/office/powerpoint/2010/main" val="2345625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4">
            <a:extLst>
              <a:ext uri="{FF2B5EF4-FFF2-40B4-BE49-F238E27FC236}">
                <a16:creationId xmlns:a16="http://schemas.microsoft.com/office/drawing/2014/main" id="{D1961E45-B0F0-8FA7-6857-C590A56BCB40}"/>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a:extLst>
              <a:ext uri="{FF2B5EF4-FFF2-40B4-BE49-F238E27FC236}">
                <a16:creationId xmlns:a16="http://schemas.microsoft.com/office/drawing/2014/main" id="{EB98E2D7-9078-954C-54AC-0DC0F0A30F4F}"/>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a:extLst>
              <a:ext uri="{FF2B5EF4-FFF2-40B4-BE49-F238E27FC236}">
                <a16:creationId xmlns:a16="http://schemas.microsoft.com/office/drawing/2014/main" id="{7473E25D-0152-A19E-DCC6-7BF702555AC8}"/>
              </a:ext>
            </a:extLst>
          </p:cNvPr>
          <p:cNvSpPr>
            <a:spLocks noGrp="1" noChangeArrowheads="1"/>
          </p:cNvSpPr>
          <p:nvPr>
            <p:ph type="sldNum" sz="quarter" idx="12"/>
          </p:nvPr>
        </p:nvSpPr>
        <p:spPr>
          <a:ln/>
        </p:spPr>
        <p:txBody>
          <a:bodyPr/>
          <a:lstStyle>
            <a:lvl1pPr>
              <a:defRPr/>
            </a:lvl1pPr>
          </a:lstStyle>
          <a:p>
            <a:pPr>
              <a:defRPr/>
            </a:pPr>
            <a:fld id="{28C9318D-5FE3-D948-B83D-2CEF040A8055}" type="slidenum">
              <a:rPr lang="en-US" altLang="ja-JP"/>
              <a:pPr>
                <a:defRPr/>
              </a:pPr>
              <a:t>‹#›</a:t>
            </a:fld>
            <a:endParaRPr lang="en-US" altLang="ja-JP"/>
          </a:p>
        </p:txBody>
      </p:sp>
    </p:spTree>
    <p:extLst>
      <p:ext uri="{BB962C8B-B14F-4D97-AF65-F5344CB8AC3E}">
        <p14:creationId xmlns:p14="http://schemas.microsoft.com/office/powerpoint/2010/main" val="2616931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a:t>マスター タイトルの書式設定</a:t>
            </a:r>
          </a:p>
        </p:txBody>
      </p:sp>
      <p:sp>
        <p:nvSpPr>
          <p:cNvPr id="3" name="テキスト プレースホルダー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4">
            <a:extLst>
              <a:ext uri="{FF2B5EF4-FFF2-40B4-BE49-F238E27FC236}">
                <a16:creationId xmlns:a16="http://schemas.microsoft.com/office/drawing/2014/main" id="{53256EB2-C443-6C29-118E-391D61029E61}"/>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8" name="Rectangle 5">
            <a:extLst>
              <a:ext uri="{FF2B5EF4-FFF2-40B4-BE49-F238E27FC236}">
                <a16:creationId xmlns:a16="http://schemas.microsoft.com/office/drawing/2014/main" id="{CF2EAD2A-2403-B297-AD92-E6CC57FCF701}"/>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9" name="Rectangle 6">
            <a:extLst>
              <a:ext uri="{FF2B5EF4-FFF2-40B4-BE49-F238E27FC236}">
                <a16:creationId xmlns:a16="http://schemas.microsoft.com/office/drawing/2014/main" id="{3B7060EE-5CDB-7E72-5AB9-86B0BB7820A3}"/>
              </a:ext>
            </a:extLst>
          </p:cNvPr>
          <p:cNvSpPr>
            <a:spLocks noGrp="1" noChangeArrowheads="1"/>
          </p:cNvSpPr>
          <p:nvPr>
            <p:ph type="sldNum" sz="quarter" idx="12"/>
          </p:nvPr>
        </p:nvSpPr>
        <p:spPr>
          <a:ln/>
        </p:spPr>
        <p:txBody>
          <a:bodyPr/>
          <a:lstStyle>
            <a:lvl1pPr>
              <a:defRPr/>
            </a:lvl1pPr>
          </a:lstStyle>
          <a:p>
            <a:pPr>
              <a:defRPr/>
            </a:pPr>
            <a:fld id="{B373FD71-0113-B049-BF75-EDF4CE58E10C}" type="slidenum">
              <a:rPr lang="en-US" altLang="ja-JP"/>
              <a:pPr>
                <a:defRPr/>
              </a:pPr>
              <a:t>‹#›</a:t>
            </a:fld>
            <a:endParaRPr lang="en-US" altLang="ja-JP"/>
          </a:p>
        </p:txBody>
      </p:sp>
    </p:spTree>
    <p:extLst>
      <p:ext uri="{BB962C8B-B14F-4D97-AF65-F5344CB8AC3E}">
        <p14:creationId xmlns:p14="http://schemas.microsoft.com/office/powerpoint/2010/main" val="1542390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Rectangle 4">
            <a:extLst>
              <a:ext uri="{FF2B5EF4-FFF2-40B4-BE49-F238E27FC236}">
                <a16:creationId xmlns:a16="http://schemas.microsoft.com/office/drawing/2014/main" id="{104D45B4-3C31-ED3E-4CA7-C379D06D3DFB}"/>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4" name="Rectangle 5">
            <a:extLst>
              <a:ext uri="{FF2B5EF4-FFF2-40B4-BE49-F238E27FC236}">
                <a16:creationId xmlns:a16="http://schemas.microsoft.com/office/drawing/2014/main" id="{A6BC8C23-472D-54BC-F420-084340649835}"/>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5" name="Rectangle 6">
            <a:extLst>
              <a:ext uri="{FF2B5EF4-FFF2-40B4-BE49-F238E27FC236}">
                <a16:creationId xmlns:a16="http://schemas.microsoft.com/office/drawing/2014/main" id="{BEC37DEE-3D02-E0FB-0BBE-84338530ADCE}"/>
              </a:ext>
            </a:extLst>
          </p:cNvPr>
          <p:cNvSpPr>
            <a:spLocks noGrp="1" noChangeArrowheads="1"/>
          </p:cNvSpPr>
          <p:nvPr>
            <p:ph type="sldNum" sz="quarter" idx="12"/>
          </p:nvPr>
        </p:nvSpPr>
        <p:spPr>
          <a:ln/>
        </p:spPr>
        <p:txBody>
          <a:bodyPr/>
          <a:lstStyle>
            <a:lvl1pPr>
              <a:defRPr/>
            </a:lvl1pPr>
          </a:lstStyle>
          <a:p>
            <a:pPr>
              <a:defRPr/>
            </a:pPr>
            <a:fld id="{07A7A074-9D63-6D4B-977D-64EA6DB22BC4}" type="slidenum">
              <a:rPr lang="en-US" altLang="ja-JP"/>
              <a:pPr>
                <a:defRPr/>
              </a:pPr>
              <a:t>‹#›</a:t>
            </a:fld>
            <a:endParaRPr lang="en-US" altLang="ja-JP"/>
          </a:p>
        </p:txBody>
      </p:sp>
    </p:spTree>
    <p:extLst>
      <p:ext uri="{BB962C8B-B14F-4D97-AF65-F5344CB8AC3E}">
        <p14:creationId xmlns:p14="http://schemas.microsoft.com/office/powerpoint/2010/main" val="1988639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E4D6421-D98F-D746-D331-A7E0FE369C05}"/>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5">
            <a:extLst>
              <a:ext uri="{FF2B5EF4-FFF2-40B4-BE49-F238E27FC236}">
                <a16:creationId xmlns:a16="http://schemas.microsoft.com/office/drawing/2014/main" id="{D3AC4C8E-0C62-957D-6A27-263AF92EE89B}"/>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E2C2540E-F23D-9EF4-68F4-A2EB40525343}"/>
              </a:ext>
            </a:extLst>
          </p:cNvPr>
          <p:cNvSpPr>
            <a:spLocks noGrp="1" noChangeArrowheads="1"/>
          </p:cNvSpPr>
          <p:nvPr>
            <p:ph type="sldNum" sz="quarter" idx="12"/>
          </p:nvPr>
        </p:nvSpPr>
        <p:spPr>
          <a:ln/>
        </p:spPr>
        <p:txBody>
          <a:bodyPr/>
          <a:lstStyle>
            <a:lvl1pPr>
              <a:defRPr/>
            </a:lvl1pPr>
          </a:lstStyle>
          <a:p>
            <a:pPr>
              <a:defRPr/>
            </a:pPr>
            <a:fld id="{29932899-42A0-9C41-A14C-1D76104368CC}" type="slidenum">
              <a:rPr lang="en-US" altLang="ja-JP"/>
              <a:pPr>
                <a:defRPr/>
              </a:pPr>
              <a:t>‹#›</a:t>
            </a:fld>
            <a:endParaRPr lang="en-US" altLang="ja-JP"/>
          </a:p>
        </p:txBody>
      </p:sp>
    </p:spTree>
    <p:extLst>
      <p:ext uri="{BB962C8B-B14F-4D97-AF65-F5344CB8AC3E}">
        <p14:creationId xmlns:p14="http://schemas.microsoft.com/office/powerpoint/2010/main" val="628852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1" y="273050"/>
            <a:ext cx="4011084" cy="1162050"/>
          </a:xfrm>
        </p:spPr>
        <p:txBody>
          <a:bodyPr anchor="b"/>
          <a:lstStyle>
            <a:lvl1pPr algn="l">
              <a:defRPr sz="2000" b="1"/>
            </a:lvl1pPr>
          </a:lstStyle>
          <a:p>
            <a:r>
              <a:rPr lang="ja-JP" altLang="en-US"/>
              <a:t>マスター タイトルの書式設定</a:t>
            </a:r>
          </a:p>
        </p:txBody>
      </p:sp>
      <p:sp>
        <p:nvSpPr>
          <p:cNvPr id="3" name="コンテンツ プレースホルダー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ー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4">
            <a:extLst>
              <a:ext uri="{FF2B5EF4-FFF2-40B4-BE49-F238E27FC236}">
                <a16:creationId xmlns:a16="http://schemas.microsoft.com/office/drawing/2014/main" id="{D2C2876C-6C55-5E59-20FA-433C1954FF01}"/>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a:extLst>
              <a:ext uri="{FF2B5EF4-FFF2-40B4-BE49-F238E27FC236}">
                <a16:creationId xmlns:a16="http://schemas.microsoft.com/office/drawing/2014/main" id="{D1E502B3-BF68-67B1-027D-9D628AB91A7D}"/>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a:extLst>
              <a:ext uri="{FF2B5EF4-FFF2-40B4-BE49-F238E27FC236}">
                <a16:creationId xmlns:a16="http://schemas.microsoft.com/office/drawing/2014/main" id="{DF837C36-4FEC-BA59-B1F9-DD3242B80322}"/>
              </a:ext>
            </a:extLst>
          </p:cNvPr>
          <p:cNvSpPr>
            <a:spLocks noGrp="1" noChangeArrowheads="1"/>
          </p:cNvSpPr>
          <p:nvPr>
            <p:ph type="sldNum" sz="quarter" idx="12"/>
          </p:nvPr>
        </p:nvSpPr>
        <p:spPr>
          <a:ln/>
        </p:spPr>
        <p:txBody>
          <a:bodyPr/>
          <a:lstStyle>
            <a:lvl1pPr>
              <a:defRPr/>
            </a:lvl1pPr>
          </a:lstStyle>
          <a:p>
            <a:pPr>
              <a:defRPr/>
            </a:pPr>
            <a:fld id="{2A654A47-B3B3-574E-A842-0C8CF93342EC}" type="slidenum">
              <a:rPr lang="en-US" altLang="ja-JP"/>
              <a:pPr>
                <a:defRPr/>
              </a:pPr>
              <a:t>‹#›</a:t>
            </a:fld>
            <a:endParaRPr lang="en-US" altLang="ja-JP"/>
          </a:p>
        </p:txBody>
      </p:sp>
    </p:spTree>
    <p:extLst>
      <p:ext uri="{BB962C8B-B14F-4D97-AF65-F5344CB8AC3E}">
        <p14:creationId xmlns:p14="http://schemas.microsoft.com/office/powerpoint/2010/main" val="1288186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89717" y="4800600"/>
            <a:ext cx="7315200" cy="566738"/>
          </a:xfrm>
        </p:spPr>
        <p:txBody>
          <a:bodyPr anchor="b"/>
          <a:lstStyle>
            <a:lvl1pPr algn="l">
              <a:defRPr sz="2000" b="1"/>
            </a:lvl1pPr>
          </a:lstStyle>
          <a:p>
            <a:r>
              <a:rPr lang="ja-JP" altLang="en-US"/>
              <a:t>マスター タイトルの書式設定</a:t>
            </a:r>
          </a:p>
        </p:txBody>
      </p:sp>
      <p:sp>
        <p:nvSpPr>
          <p:cNvPr id="3" name="図プレースホルダー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ー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4">
            <a:extLst>
              <a:ext uri="{FF2B5EF4-FFF2-40B4-BE49-F238E27FC236}">
                <a16:creationId xmlns:a16="http://schemas.microsoft.com/office/drawing/2014/main" id="{EEDEC6B1-627E-4643-8C6B-CDC592AD9208}"/>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a:extLst>
              <a:ext uri="{FF2B5EF4-FFF2-40B4-BE49-F238E27FC236}">
                <a16:creationId xmlns:a16="http://schemas.microsoft.com/office/drawing/2014/main" id="{F4B67683-FBE8-A8BA-4C8B-3ABF889DEC6A}"/>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a:extLst>
              <a:ext uri="{FF2B5EF4-FFF2-40B4-BE49-F238E27FC236}">
                <a16:creationId xmlns:a16="http://schemas.microsoft.com/office/drawing/2014/main" id="{E1EFE50C-52F2-4447-4845-FC04DBE2AEBD}"/>
              </a:ext>
            </a:extLst>
          </p:cNvPr>
          <p:cNvSpPr>
            <a:spLocks noGrp="1" noChangeArrowheads="1"/>
          </p:cNvSpPr>
          <p:nvPr>
            <p:ph type="sldNum" sz="quarter" idx="12"/>
          </p:nvPr>
        </p:nvSpPr>
        <p:spPr>
          <a:ln/>
        </p:spPr>
        <p:txBody>
          <a:bodyPr/>
          <a:lstStyle>
            <a:lvl1pPr>
              <a:defRPr/>
            </a:lvl1pPr>
          </a:lstStyle>
          <a:p>
            <a:pPr>
              <a:defRPr/>
            </a:pPr>
            <a:fld id="{D5972E8F-CC6B-534D-A6FB-E94F3913BC5F}" type="slidenum">
              <a:rPr lang="en-US" altLang="ja-JP"/>
              <a:pPr>
                <a:defRPr/>
              </a:pPr>
              <a:t>‹#›</a:t>
            </a:fld>
            <a:endParaRPr lang="en-US" altLang="ja-JP"/>
          </a:p>
        </p:txBody>
      </p:sp>
    </p:spTree>
    <p:extLst>
      <p:ext uri="{BB962C8B-B14F-4D97-AF65-F5344CB8AC3E}">
        <p14:creationId xmlns:p14="http://schemas.microsoft.com/office/powerpoint/2010/main" val="296887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69D29804-9037-AA28-873F-3AE94623BA41}"/>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1700817C-096F-E104-665A-4531D2794993}"/>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236D232D-E4AD-BF7C-63D9-85CFBBABFAE3}"/>
              </a:ext>
            </a:extLst>
          </p:cNvPr>
          <p:cNvSpPr>
            <a:spLocks noGrp="1" noChangeArrowheads="1"/>
          </p:cNvSpPr>
          <p:nvPr>
            <p:ph type="sldNum" sz="quarter" idx="12"/>
          </p:nvPr>
        </p:nvSpPr>
        <p:spPr>
          <a:ln/>
        </p:spPr>
        <p:txBody>
          <a:bodyPr/>
          <a:lstStyle>
            <a:lvl1pPr>
              <a:defRPr/>
            </a:lvl1pPr>
          </a:lstStyle>
          <a:p>
            <a:pPr>
              <a:defRPr/>
            </a:pPr>
            <a:fld id="{8991D764-1BF5-4143-84B0-1D9DC3B532FE}" type="slidenum">
              <a:rPr lang="en-US" altLang="ja-JP"/>
              <a:pPr>
                <a:defRPr/>
              </a:pPr>
              <a:t>‹#›</a:t>
            </a:fld>
            <a:endParaRPr lang="en-US" altLang="ja-JP"/>
          </a:p>
        </p:txBody>
      </p:sp>
    </p:spTree>
    <p:extLst>
      <p:ext uri="{BB962C8B-B14F-4D97-AF65-F5344CB8AC3E}">
        <p14:creationId xmlns:p14="http://schemas.microsoft.com/office/powerpoint/2010/main" val="2688423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839200" y="274639"/>
            <a:ext cx="2743200" cy="5851525"/>
          </a:xfrm>
        </p:spPr>
        <p:txBody>
          <a:bodyPr vert="eaVert"/>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609600" y="274639"/>
            <a:ext cx="8026400" cy="5851525"/>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E0F7EF96-DD77-AB02-2AD3-92CD918745B4}"/>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B7FE4D04-BB8B-F635-72A5-AB0F8EF3195B}"/>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B968F761-19C4-F2C8-51C1-29C918C4242A}"/>
              </a:ext>
            </a:extLst>
          </p:cNvPr>
          <p:cNvSpPr>
            <a:spLocks noGrp="1" noChangeArrowheads="1"/>
          </p:cNvSpPr>
          <p:nvPr>
            <p:ph type="sldNum" sz="quarter" idx="12"/>
          </p:nvPr>
        </p:nvSpPr>
        <p:spPr>
          <a:ln/>
        </p:spPr>
        <p:txBody>
          <a:bodyPr/>
          <a:lstStyle>
            <a:lvl1pPr>
              <a:defRPr/>
            </a:lvl1pPr>
          </a:lstStyle>
          <a:p>
            <a:pPr>
              <a:defRPr/>
            </a:pPr>
            <a:fld id="{8032C2B9-83F9-BB40-922A-F8F73379D72C}" type="slidenum">
              <a:rPr lang="en-US" altLang="ja-JP"/>
              <a:pPr>
                <a:defRPr/>
              </a:pPr>
              <a:t>‹#›</a:t>
            </a:fld>
            <a:endParaRPr lang="en-US" altLang="ja-JP"/>
          </a:p>
        </p:txBody>
      </p:sp>
    </p:spTree>
    <p:extLst>
      <p:ext uri="{BB962C8B-B14F-4D97-AF65-F5344CB8AC3E}">
        <p14:creationId xmlns:p14="http://schemas.microsoft.com/office/powerpoint/2010/main" val="3698519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bg>
      <p:bgPr>
        <a:solidFill>
          <a:srgbClr val="FFFFFF"/>
        </a:solidFill>
        <a:effectLst/>
      </p:bgPr>
    </p:bg>
    <p:spTree>
      <p:nvGrpSpPr>
        <p:cNvPr id="1" name="Shape 50"/>
        <p:cNvGrpSpPr/>
        <p:nvPr/>
      </p:nvGrpSpPr>
      <p:grpSpPr>
        <a:xfrm>
          <a:off x="0" y="0"/>
          <a:ext cx="0" cy="0"/>
          <a:chOff x="0" y="0"/>
          <a:chExt cx="0" cy="0"/>
        </a:xfrm>
      </p:grpSpPr>
      <p:sp>
        <p:nvSpPr>
          <p:cNvPr id="51" name="Google Shape;51;p13"/>
          <p:cNvSpPr/>
          <p:nvPr/>
        </p:nvSpPr>
        <p:spPr>
          <a:xfrm>
            <a:off x="0" y="0"/>
            <a:ext cx="12192000" cy="6858000"/>
          </a:xfrm>
          <a:prstGeom prst="rect">
            <a:avLst/>
          </a:pr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2" name="Google Shape;52;p13"/>
          <p:cNvSpPr txBox="1">
            <a:spLocks noGrp="1"/>
          </p:cNvSpPr>
          <p:nvPr>
            <p:ph type="title"/>
          </p:nvPr>
        </p:nvSpPr>
        <p:spPr>
          <a:xfrm>
            <a:off x="407267" y="91667"/>
            <a:ext cx="4098000" cy="711150"/>
          </a:xfrm>
          <a:prstGeom prst="rect">
            <a:avLst/>
          </a:prstGeom>
          <a:noFill/>
        </p:spPr>
        <p:txBody>
          <a:bodyPr spcFirstLastPara="1" wrap="square" lIns="243800" tIns="243800" rIns="243800" bIns="243800" anchor="t" anchorCtr="0">
            <a:normAutofit/>
          </a:bodyPr>
          <a:lstStyle>
            <a:lvl1pPr lvl="0" algn="l">
              <a:lnSpc>
                <a:spcPct val="100000"/>
              </a:lnSpc>
              <a:spcBef>
                <a:spcPts val="0"/>
              </a:spcBef>
              <a:spcAft>
                <a:spcPts val="0"/>
              </a:spcAft>
              <a:buClr>
                <a:srgbClr val="434343"/>
              </a:buClr>
              <a:buSzPts val="6400"/>
              <a:buFont typeface="Roboto"/>
              <a:buNone/>
              <a:defRPr sz="3200">
                <a:solidFill>
                  <a:srgbClr val="434343"/>
                </a:solidFill>
                <a:latin typeface="Roboto"/>
                <a:ea typeface="Roboto"/>
                <a:cs typeface="Roboto"/>
                <a:sym typeface="Roboto"/>
              </a:defRPr>
            </a:lvl1pPr>
            <a:lvl2pPr lvl="1" algn="l">
              <a:lnSpc>
                <a:spcPct val="100000"/>
              </a:lnSpc>
              <a:spcBef>
                <a:spcPts val="0"/>
              </a:spcBef>
              <a:spcAft>
                <a:spcPts val="0"/>
              </a:spcAft>
              <a:buClr>
                <a:srgbClr val="434343"/>
              </a:buClr>
              <a:buSzPts val="6400"/>
              <a:buFont typeface="Roboto"/>
              <a:buNone/>
              <a:defRPr sz="3200">
                <a:solidFill>
                  <a:srgbClr val="434343"/>
                </a:solidFill>
                <a:latin typeface="Roboto"/>
                <a:ea typeface="Roboto"/>
                <a:cs typeface="Roboto"/>
                <a:sym typeface="Roboto"/>
              </a:defRPr>
            </a:lvl2pPr>
            <a:lvl3pPr lvl="2" algn="l">
              <a:lnSpc>
                <a:spcPct val="100000"/>
              </a:lnSpc>
              <a:spcBef>
                <a:spcPts val="0"/>
              </a:spcBef>
              <a:spcAft>
                <a:spcPts val="0"/>
              </a:spcAft>
              <a:buClr>
                <a:srgbClr val="434343"/>
              </a:buClr>
              <a:buSzPts val="6400"/>
              <a:buFont typeface="Roboto"/>
              <a:buNone/>
              <a:defRPr sz="3200">
                <a:solidFill>
                  <a:srgbClr val="434343"/>
                </a:solidFill>
                <a:latin typeface="Roboto"/>
                <a:ea typeface="Roboto"/>
                <a:cs typeface="Roboto"/>
                <a:sym typeface="Roboto"/>
              </a:defRPr>
            </a:lvl3pPr>
            <a:lvl4pPr lvl="3" algn="l">
              <a:lnSpc>
                <a:spcPct val="100000"/>
              </a:lnSpc>
              <a:spcBef>
                <a:spcPts val="0"/>
              </a:spcBef>
              <a:spcAft>
                <a:spcPts val="0"/>
              </a:spcAft>
              <a:buClr>
                <a:srgbClr val="434343"/>
              </a:buClr>
              <a:buSzPts val="6400"/>
              <a:buFont typeface="Roboto"/>
              <a:buNone/>
              <a:defRPr sz="3200">
                <a:solidFill>
                  <a:srgbClr val="434343"/>
                </a:solidFill>
                <a:latin typeface="Roboto"/>
                <a:ea typeface="Roboto"/>
                <a:cs typeface="Roboto"/>
                <a:sym typeface="Roboto"/>
              </a:defRPr>
            </a:lvl4pPr>
            <a:lvl5pPr lvl="4" algn="l">
              <a:lnSpc>
                <a:spcPct val="100000"/>
              </a:lnSpc>
              <a:spcBef>
                <a:spcPts val="0"/>
              </a:spcBef>
              <a:spcAft>
                <a:spcPts val="0"/>
              </a:spcAft>
              <a:buClr>
                <a:srgbClr val="434343"/>
              </a:buClr>
              <a:buSzPts val="6400"/>
              <a:buFont typeface="Roboto"/>
              <a:buNone/>
              <a:defRPr sz="3200">
                <a:solidFill>
                  <a:srgbClr val="434343"/>
                </a:solidFill>
                <a:latin typeface="Roboto"/>
                <a:ea typeface="Roboto"/>
                <a:cs typeface="Roboto"/>
                <a:sym typeface="Roboto"/>
              </a:defRPr>
            </a:lvl5pPr>
            <a:lvl6pPr lvl="5" algn="l">
              <a:lnSpc>
                <a:spcPct val="100000"/>
              </a:lnSpc>
              <a:spcBef>
                <a:spcPts val="0"/>
              </a:spcBef>
              <a:spcAft>
                <a:spcPts val="0"/>
              </a:spcAft>
              <a:buClr>
                <a:srgbClr val="434343"/>
              </a:buClr>
              <a:buSzPts val="6400"/>
              <a:buFont typeface="Roboto"/>
              <a:buNone/>
              <a:defRPr sz="3200">
                <a:solidFill>
                  <a:srgbClr val="434343"/>
                </a:solidFill>
                <a:latin typeface="Roboto"/>
                <a:ea typeface="Roboto"/>
                <a:cs typeface="Roboto"/>
                <a:sym typeface="Roboto"/>
              </a:defRPr>
            </a:lvl6pPr>
            <a:lvl7pPr lvl="6" algn="l">
              <a:lnSpc>
                <a:spcPct val="100000"/>
              </a:lnSpc>
              <a:spcBef>
                <a:spcPts val="0"/>
              </a:spcBef>
              <a:spcAft>
                <a:spcPts val="0"/>
              </a:spcAft>
              <a:buClr>
                <a:srgbClr val="434343"/>
              </a:buClr>
              <a:buSzPts val="6400"/>
              <a:buFont typeface="Roboto"/>
              <a:buNone/>
              <a:defRPr sz="3200">
                <a:solidFill>
                  <a:srgbClr val="434343"/>
                </a:solidFill>
                <a:latin typeface="Roboto"/>
                <a:ea typeface="Roboto"/>
                <a:cs typeface="Roboto"/>
                <a:sym typeface="Roboto"/>
              </a:defRPr>
            </a:lvl7pPr>
            <a:lvl8pPr lvl="7" algn="l">
              <a:lnSpc>
                <a:spcPct val="100000"/>
              </a:lnSpc>
              <a:spcBef>
                <a:spcPts val="0"/>
              </a:spcBef>
              <a:spcAft>
                <a:spcPts val="0"/>
              </a:spcAft>
              <a:buClr>
                <a:srgbClr val="434343"/>
              </a:buClr>
              <a:buSzPts val="6400"/>
              <a:buFont typeface="Roboto"/>
              <a:buNone/>
              <a:defRPr sz="3200">
                <a:solidFill>
                  <a:srgbClr val="434343"/>
                </a:solidFill>
                <a:latin typeface="Roboto"/>
                <a:ea typeface="Roboto"/>
                <a:cs typeface="Roboto"/>
                <a:sym typeface="Roboto"/>
              </a:defRPr>
            </a:lvl8pPr>
            <a:lvl9pPr lvl="8" algn="l">
              <a:lnSpc>
                <a:spcPct val="100000"/>
              </a:lnSpc>
              <a:spcBef>
                <a:spcPts val="0"/>
              </a:spcBef>
              <a:spcAft>
                <a:spcPts val="0"/>
              </a:spcAft>
              <a:buClr>
                <a:srgbClr val="434343"/>
              </a:buClr>
              <a:buSzPts val="6400"/>
              <a:buFont typeface="Roboto"/>
              <a:buNone/>
              <a:defRPr sz="3200">
                <a:solidFill>
                  <a:srgbClr val="434343"/>
                </a:solidFill>
                <a:latin typeface="Roboto"/>
                <a:ea typeface="Roboto"/>
                <a:cs typeface="Roboto"/>
                <a:sym typeface="Roboto"/>
              </a:defRPr>
            </a:lvl9pPr>
          </a:lstStyle>
          <a:p>
            <a:endParaRPr/>
          </a:p>
        </p:txBody>
      </p:sp>
      <p:sp>
        <p:nvSpPr>
          <p:cNvPr id="53" name="Google Shape;53;p13"/>
          <p:cNvSpPr txBox="1">
            <a:spLocks noGrp="1"/>
          </p:cNvSpPr>
          <p:nvPr>
            <p:ph type="body" idx="1"/>
          </p:nvPr>
        </p:nvSpPr>
        <p:spPr>
          <a:xfrm>
            <a:off x="475100" y="878467"/>
            <a:ext cx="2371650" cy="5552400"/>
          </a:xfrm>
          <a:prstGeom prst="rect">
            <a:avLst/>
          </a:prstGeom>
          <a:noFill/>
        </p:spPr>
        <p:txBody>
          <a:bodyPr spcFirstLastPara="1" wrap="square" lIns="243800" tIns="243800" rIns="243800" bIns="243800" anchor="t" anchorCtr="0">
            <a:normAutofit/>
          </a:bodyPr>
          <a:lstStyle>
            <a:lvl1pPr marL="228600" lvl="0" indent="-231775" algn="l">
              <a:lnSpc>
                <a:spcPct val="115000"/>
              </a:lnSpc>
              <a:spcBef>
                <a:spcPts val="0"/>
              </a:spcBef>
              <a:spcAft>
                <a:spcPts val="0"/>
              </a:spcAft>
              <a:buClr>
                <a:srgbClr val="666666"/>
              </a:buClr>
              <a:buSzPts val="3700"/>
              <a:buFont typeface="Roboto"/>
              <a:buChar char="●"/>
              <a:defRPr sz="1850">
                <a:solidFill>
                  <a:srgbClr val="666666"/>
                </a:solidFill>
                <a:latin typeface="Roboto"/>
                <a:ea typeface="Roboto"/>
                <a:cs typeface="Roboto"/>
                <a:sym typeface="Roboto"/>
              </a:defRPr>
            </a:lvl1pPr>
            <a:lvl2pPr marL="457200" lvl="1" indent="-215900" algn="l">
              <a:lnSpc>
                <a:spcPct val="115000"/>
              </a:lnSpc>
              <a:spcBef>
                <a:spcPts val="0"/>
              </a:spcBef>
              <a:spcAft>
                <a:spcPts val="0"/>
              </a:spcAft>
              <a:buClr>
                <a:srgbClr val="666666"/>
              </a:buClr>
              <a:buSzPts val="3200"/>
              <a:buFont typeface="Roboto"/>
              <a:buChar char="○"/>
              <a:defRPr sz="1600">
                <a:solidFill>
                  <a:srgbClr val="666666"/>
                </a:solidFill>
                <a:latin typeface="Roboto"/>
                <a:ea typeface="Roboto"/>
                <a:cs typeface="Roboto"/>
                <a:sym typeface="Roboto"/>
              </a:defRPr>
            </a:lvl2pPr>
            <a:lvl3pPr marL="685800" lvl="2" indent="-215900" algn="l">
              <a:lnSpc>
                <a:spcPct val="115000"/>
              </a:lnSpc>
              <a:spcBef>
                <a:spcPts val="0"/>
              </a:spcBef>
              <a:spcAft>
                <a:spcPts val="0"/>
              </a:spcAft>
              <a:buClr>
                <a:srgbClr val="666666"/>
              </a:buClr>
              <a:buSzPts val="3200"/>
              <a:buFont typeface="Roboto"/>
              <a:buChar char="■"/>
              <a:defRPr sz="1600">
                <a:solidFill>
                  <a:srgbClr val="666666"/>
                </a:solidFill>
                <a:latin typeface="Roboto"/>
                <a:ea typeface="Roboto"/>
                <a:cs typeface="Roboto"/>
                <a:sym typeface="Roboto"/>
              </a:defRPr>
            </a:lvl3pPr>
            <a:lvl4pPr marL="914400" lvl="3" indent="-215900" algn="l">
              <a:lnSpc>
                <a:spcPct val="115000"/>
              </a:lnSpc>
              <a:spcBef>
                <a:spcPts val="0"/>
              </a:spcBef>
              <a:spcAft>
                <a:spcPts val="0"/>
              </a:spcAft>
              <a:buClr>
                <a:srgbClr val="666666"/>
              </a:buClr>
              <a:buSzPts val="3200"/>
              <a:buFont typeface="Roboto"/>
              <a:buChar char="●"/>
              <a:defRPr sz="1600">
                <a:solidFill>
                  <a:srgbClr val="666666"/>
                </a:solidFill>
                <a:latin typeface="Roboto"/>
                <a:ea typeface="Roboto"/>
                <a:cs typeface="Roboto"/>
                <a:sym typeface="Roboto"/>
              </a:defRPr>
            </a:lvl4pPr>
            <a:lvl5pPr marL="1143000" lvl="4" indent="-215900" algn="l">
              <a:lnSpc>
                <a:spcPct val="115000"/>
              </a:lnSpc>
              <a:spcBef>
                <a:spcPts val="0"/>
              </a:spcBef>
              <a:spcAft>
                <a:spcPts val="0"/>
              </a:spcAft>
              <a:buClr>
                <a:srgbClr val="666666"/>
              </a:buClr>
              <a:buSzPts val="3200"/>
              <a:buFont typeface="Roboto"/>
              <a:buChar char="○"/>
              <a:defRPr sz="1600">
                <a:solidFill>
                  <a:srgbClr val="666666"/>
                </a:solidFill>
                <a:latin typeface="Roboto"/>
                <a:ea typeface="Roboto"/>
                <a:cs typeface="Roboto"/>
                <a:sym typeface="Roboto"/>
              </a:defRPr>
            </a:lvl5pPr>
            <a:lvl6pPr marL="1371600" lvl="5" indent="-215900" algn="l">
              <a:lnSpc>
                <a:spcPct val="115000"/>
              </a:lnSpc>
              <a:spcBef>
                <a:spcPts val="0"/>
              </a:spcBef>
              <a:spcAft>
                <a:spcPts val="0"/>
              </a:spcAft>
              <a:buClr>
                <a:srgbClr val="666666"/>
              </a:buClr>
              <a:buSzPts val="3200"/>
              <a:buFont typeface="Roboto"/>
              <a:buChar char="■"/>
              <a:defRPr sz="1600">
                <a:solidFill>
                  <a:srgbClr val="666666"/>
                </a:solidFill>
                <a:latin typeface="Roboto"/>
                <a:ea typeface="Roboto"/>
                <a:cs typeface="Roboto"/>
                <a:sym typeface="Roboto"/>
              </a:defRPr>
            </a:lvl6pPr>
            <a:lvl7pPr marL="1600200" lvl="6" indent="-215900" algn="l">
              <a:lnSpc>
                <a:spcPct val="115000"/>
              </a:lnSpc>
              <a:spcBef>
                <a:spcPts val="0"/>
              </a:spcBef>
              <a:spcAft>
                <a:spcPts val="0"/>
              </a:spcAft>
              <a:buClr>
                <a:srgbClr val="666666"/>
              </a:buClr>
              <a:buSzPts val="3200"/>
              <a:buFont typeface="Roboto"/>
              <a:buChar char="●"/>
              <a:defRPr sz="1600">
                <a:solidFill>
                  <a:srgbClr val="666666"/>
                </a:solidFill>
                <a:latin typeface="Roboto"/>
                <a:ea typeface="Roboto"/>
                <a:cs typeface="Roboto"/>
                <a:sym typeface="Roboto"/>
              </a:defRPr>
            </a:lvl7pPr>
            <a:lvl8pPr marL="1828800" lvl="7" indent="-215900" algn="l">
              <a:lnSpc>
                <a:spcPct val="115000"/>
              </a:lnSpc>
              <a:spcBef>
                <a:spcPts val="0"/>
              </a:spcBef>
              <a:spcAft>
                <a:spcPts val="0"/>
              </a:spcAft>
              <a:buClr>
                <a:srgbClr val="666666"/>
              </a:buClr>
              <a:buSzPts val="3200"/>
              <a:buFont typeface="Roboto"/>
              <a:buChar char="○"/>
              <a:defRPr sz="1600">
                <a:solidFill>
                  <a:srgbClr val="666666"/>
                </a:solidFill>
                <a:latin typeface="Roboto"/>
                <a:ea typeface="Roboto"/>
                <a:cs typeface="Roboto"/>
                <a:sym typeface="Roboto"/>
              </a:defRPr>
            </a:lvl8pPr>
            <a:lvl9pPr marL="2057400" lvl="8" indent="-215900" algn="l">
              <a:lnSpc>
                <a:spcPct val="115000"/>
              </a:lnSpc>
              <a:spcBef>
                <a:spcPts val="0"/>
              </a:spcBef>
              <a:spcAft>
                <a:spcPts val="0"/>
              </a:spcAft>
              <a:buClr>
                <a:srgbClr val="666666"/>
              </a:buClr>
              <a:buSzPts val="3200"/>
              <a:buFont typeface="Roboto"/>
              <a:buChar char="■"/>
              <a:defRPr sz="1600">
                <a:solidFill>
                  <a:srgbClr val="666666"/>
                </a:solidFill>
                <a:latin typeface="Roboto"/>
                <a:ea typeface="Roboto"/>
                <a:cs typeface="Roboto"/>
                <a:sym typeface="Roboto"/>
              </a:defRPr>
            </a:lvl9pPr>
          </a:lstStyle>
          <a:p>
            <a:endParaRPr/>
          </a:p>
        </p:txBody>
      </p:sp>
      <p:cxnSp>
        <p:nvCxnSpPr>
          <p:cNvPr id="54" name="Google Shape;54;p13"/>
          <p:cNvCxnSpPr/>
          <p:nvPr/>
        </p:nvCxnSpPr>
        <p:spPr>
          <a:xfrm rot="10800000" flipH="1">
            <a:off x="3308234" y="800913"/>
            <a:ext cx="8583150" cy="1950"/>
          </a:xfrm>
          <a:prstGeom prst="straightConnector1">
            <a:avLst/>
          </a:prstGeom>
          <a:noFill/>
          <a:ln w="9525" cap="flat" cmpd="sng">
            <a:solidFill>
              <a:srgbClr val="E0E0E0"/>
            </a:solidFill>
            <a:prstDash val="solid"/>
            <a:round/>
            <a:headEnd type="none" w="sm" len="sm"/>
            <a:tailEnd type="none" w="sm" len="sm"/>
          </a:ln>
        </p:spPr>
      </p:cxnSp>
      <p:sp>
        <p:nvSpPr>
          <p:cNvPr id="55" name="Google Shape;55;p13"/>
          <p:cNvSpPr/>
          <p:nvPr/>
        </p:nvSpPr>
        <p:spPr>
          <a:xfrm>
            <a:off x="3059834" y="727263"/>
            <a:ext cx="146850" cy="151200"/>
          </a:xfrm>
          <a:prstGeom prst="rect">
            <a:avLst/>
          </a:prstGeom>
          <a:solidFill>
            <a:srgbClr val="B509AC"/>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6" name="Google Shape;56;p13"/>
          <p:cNvSpPr/>
          <p:nvPr/>
        </p:nvSpPr>
        <p:spPr>
          <a:xfrm>
            <a:off x="475100" y="727267"/>
            <a:ext cx="2297550" cy="151200"/>
          </a:xfrm>
          <a:prstGeom prst="rect">
            <a:avLst/>
          </a:prstGeom>
          <a:solidFill>
            <a:srgbClr val="B509AC"/>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7" name="Google Shape;57;p13"/>
          <p:cNvSpPr txBox="1">
            <a:spLocks noGrp="1"/>
          </p:cNvSpPr>
          <p:nvPr>
            <p:ph type="sldNum" idx="12"/>
          </p:nvPr>
        </p:nvSpPr>
        <p:spPr>
          <a:xfrm>
            <a:off x="11296611" y="6217623"/>
            <a:ext cx="731550" cy="524850"/>
          </a:xfrm>
          <a:prstGeom prst="rect">
            <a:avLst/>
          </a:prstGeom>
          <a:noFill/>
        </p:spPr>
        <p:txBody>
          <a:bodyPr spcFirstLastPara="1" wrap="square" lIns="243800" tIns="243800" rIns="243800" bIns="243800" anchor="ctr" anchorCtr="0">
            <a:normAutofit/>
          </a:bodyPr>
          <a:lstStyle>
            <a:lvl1pPr lvl="0" algn="r">
              <a:lnSpc>
                <a:spcPct val="100000"/>
              </a:lnSpc>
              <a:spcAft>
                <a:spcPts val="0"/>
              </a:spcAft>
              <a:buNone/>
              <a:defRPr sz="1350">
                <a:solidFill>
                  <a:srgbClr val="666666"/>
                </a:solidFill>
              </a:defRPr>
            </a:lvl1pPr>
            <a:lvl2pPr lvl="1" algn="r">
              <a:lnSpc>
                <a:spcPct val="100000"/>
              </a:lnSpc>
              <a:spcAft>
                <a:spcPts val="0"/>
              </a:spcAft>
              <a:buNone/>
              <a:defRPr sz="1350">
                <a:solidFill>
                  <a:srgbClr val="666666"/>
                </a:solidFill>
              </a:defRPr>
            </a:lvl2pPr>
            <a:lvl3pPr lvl="2" algn="r">
              <a:lnSpc>
                <a:spcPct val="100000"/>
              </a:lnSpc>
              <a:spcAft>
                <a:spcPts val="0"/>
              </a:spcAft>
              <a:buNone/>
              <a:defRPr sz="1350">
                <a:solidFill>
                  <a:srgbClr val="666666"/>
                </a:solidFill>
              </a:defRPr>
            </a:lvl3pPr>
            <a:lvl4pPr lvl="3" algn="r">
              <a:lnSpc>
                <a:spcPct val="100000"/>
              </a:lnSpc>
              <a:spcAft>
                <a:spcPts val="0"/>
              </a:spcAft>
              <a:buNone/>
              <a:defRPr sz="1350">
                <a:solidFill>
                  <a:srgbClr val="666666"/>
                </a:solidFill>
              </a:defRPr>
            </a:lvl4pPr>
            <a:lvl5pPr lvl="4" algn="r">
              <a:lnSpc>
                <a:spcPct val="100000"/>
              </a:lnSpc>
              <a:spcAft>
                <a:spcPts val="0"/>
              </a:spcAft>
              <a:buNone/>
              <a:defRPr sz="1350">
                <a:solidFill>
                  <a:srgbClr val="666666"/>
                </a:solidFill>
              </a:defRPr>
            </a:lvl5pPr>
            <a:lvl6pPr lvl="5" algn="r">
              <a:lnSpc>
                <a:spcPct val="100000"/>
              </a:lnSpc>
              <a:spcAft>
                <a:spcPts val="0"/>
              </a:spcAft>
              <a:buNone/>
              <a:defRPr sz="1350">
                <a:solidFill>
                  <a:srgbClr val="666666"/>
                </a:solidFill>
              </a:defRPr>
            </a:lvl6pPr>
            <a:lvl7pPr lvl="6" algn="r">
              <a:lnSpc>
                <a:spcPct val="100000"/>
              </a:lnSpc>
              <a:spcAft>
                <a:spcPts val="0"/>
              </a:spcAft>
              <a:buNone/>
              <a:defRPr sz="1350">
                <a:solidFill>
                  <a:srgbClr val="666666"/>
                </a:solidFill>
              </a:defRPr>
            </a:lvl7pPr>
            <a:lvl8pPr lvl="7" algn="r">
              <a:lnSpc>
                <a:spcPct val="100000"/>
              </a:lnSpc>
              <a:spcAft>
                <a:spcPts val="0"/>
              </a:spcAft>
              <a:buNone/>
              <a:defRPr sz="1350">
                <a:solidFill>
                  <a:srgbClr val="666666"/>
                </a:solidFill>
              </a:defRPr>
            </a:lvl8pPr>
            <a:lvl9pPr lvl="8" algn="r">
              <a:lnSpc>
                <a:spcPct val="100000"/>
              </a:lnSpc>
              <a:spcAft>
                <a:spcPts val="0"/>
              </a:spcAft>
              <a:buNone/>
              <a:defRPr sz="1350">
                <a:solidFill>
                  <a:srgbClr val="666666"/>
                </a:solidFill>
              </a:defRPr>
            </a:lvl9pPr>
          </a:lstStyle>
          <a:p>
            <a:pPr>
              <a:spcBef>
                <a:spcPts val="0"/>
              </a:spcBef>
            </a:pPr>
            <a:fld id="{00000000-1234-1234-1234-123412341234}" type="slidenum">
              <a:rPr lang="en" smtClean="0"/>
              <a:pPr>
                <a:spcBef>
                  <a:spcPts val="0"/>
                </a:spcBef>
              </a:pPr>
              <a:t>‹#›</a:t>
            </a:fld>
            <a:endParaRPr lang="en"/>
          </a:p>
        </p:txBody>
      </p:sp>
      <p:cxnSp>
        <p:nvCxnSpPr>
          <p:cNvPr id="58" name="Google Shape;58;p13"/>
          <p:cNvCxnSpPr/>
          <p:nvPr/>
        </p:nvCxnSpPr>
        <p:spPr>
          <a:xfrm rot="10800000" flipH="1">
            <a:off x="475488" y="6425067"/>
            <a:ext cx="2292000" cy="6000"/>
          </a:xfrm>
          <a:prstGeom prst="straightConnector1">
            <a:avLst/>
          </a:prstGeom>
          <a:noFill/>
          <a:ln w="9525" cap="flat" cmpd="sng">
            <a:solidFill>
              <a:srgbClr val="E0E0E0"/>
            </a:solidFill>
            <a:prstDash val="solid"/>
            <a:round/>
            <a:headEnd type="none" w="sm" len="sm"/>
            <a:tailEnd type="none" w="sm" len="sm"/>
          </a:ln>
        </p:spPr>
      </p:cxnSp>
    </p:spTree>
    <p:extLst>
      <p:ext uri="{BB962C8B-B14F-4D97-AF65-F5344CB8AC3E}">
        <p14:creationId xmlns:p14="http://schemas.microsoft.com/office/powerpoint/2010/main" val="60547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50" cy="2736750"/>
          </a:xfrm>
          <a:prstGeom prst="rect">
            <a:avLst/>
          </a:prstGeom>
        </p:spPr>
        <p:txBody>
          <a:bodyPr spcFirstLastPara="1" wrap="square" lIns="243800" tIns="243800" rIns="243800" bIns="243800" anchor="b" anchorCtr="0">
            <a:normAutofit/>
          </a:bodyPr>
          <a:lstStyle>
            <a:lvl1pPr lvl="0" algn="ctr">
              <a:spcBef>
                <a:spcPts val="0"/>
              </a:spcBef>
              <a:spcAft>
                <a:spcPts val="0"/>
              </a:spcAft>
              <a:buSzPts val="13900"/>
              <a:buNone/>
              <a:defRPr sz="6950"/>
            </a:lvl1pPr>
            <a:lvl2pPr lvl="1" algn="ctr">
              <a:spcBef>
                <a:spcPts val="0"/>
              </a:spcBef>
              <a:spcAft>
                <a:spcPts val="0"/>
              </a:spcAft>
              <a:buSzPts val="13900"/>
              <a:buNone/>
              <a:defRPr sz="6950"/>
            </a:lvl2pPr>
            <a:lvl3pPr lvl="2" algn="ctr">
              <a:spcBef>
                <a:spcPts val="0"/>
              </a:spcBef>
              <a:spcAft>
                <a:spcPts val="0"/>
              </a:spcAft>
              <a:buSzPts val="13900"/>
              <a:buNone/>
              <a:defRPr sz="6950"/>
            </a:lvl3pPr>
            <a:lvl4pPr lvl="3" algn="ctr">
              <a:spcBef>
                <a:spcPts val="0"/>
              </a:spcBef>
              <a:spcAft>
                <a:spcPts val="0"/>
              </a:spcAft>
              <a:buSzPts val="13900"/>
              <a:buNone/>
              <a:defRPr sz="6950"/>
            </a:lvl4pPr>
            <a:lvl5pPr lvl="4" algn="ctr">
              <a:spcBef>
                <a:spcPts val="0"/>
              </a:spcBef>
              <a:spcAft>
                <a:spcPts val="0"/>
              </a:spcAft>
              <a:buSzPts val="13900"/>
              <a:buNone/>
              <a:defRPr sz="6950"/>
            </a:lvl5pPr>
            <a:lvl6pPr lvl="5" algn="ctr">
              <a:spcBef>
                <a:spcPts val="0"/>
              </a:spcBef>
              <a:spcAft>
                <a:spcPts val="0"/>
              </a:spcAft>
              <a:buSzPts val="13900"/>
              <a:buNone/>
              <a:defRPr sz="6950"/>
            </a:lvl6pPr>
            <a:lvl7pPr lvl="6" algn="ctr">
              <a:spcBef>
                <a:spcPts val="0"/>
              </a:spcBef>
              <a:spcAft>
                <a:spcPts val="0"/>
              </a:spcAft>
              <a:buSzPts val="13900"/>
              <a:buNone/>
              <a:defRPr sz="6950"/>
            </a:lvl7pPr>
            <a:lvl8pPr lvl="7" algn="ctr">
              <a:spcBef>
                <a:spcPts val="0"/>
              </a:spcBef>
              <a:spcAft>
                <a:spcPts val="0"/>
              </a:spcAft>
              <a:buSzPts val="13900"/>
              <a:buNone/>
              <a:defRPr sz="6950"/>
            </a:lvl8pPr>
            <a:lvl9pPr lvl="8" algn="ctr">
              <a:spcBef>
                <a:spcPts val="0"/>
              </a:spcBef>
              <a:spcAft>
                <a:spcPts val="0"/>
              </a:spcAft>
              <a:buSzPts val="13900"/>
              <a:buNone/>
              <a:defRPr sz="6950"/>
            </a:lvl9pPr>
          </a:lstStyle>
          <a:p>
            <a:endParaRPr/>
          </a:p>
        </p:txBody>
      </p:sp>
      <p:sp>
        <p:nvSpPr>
          <p:cNvPr id="11" name="Google Shape;11;p2"/>
          <p:cNvSpPr txBox="1">
            <a:spLocks noGrp="1"/>
          </p:cNvSpPr>
          <p:nvPr>
            <p:ph type="subTitle" idx="1"/>
          </p:nvPr>
        </p:nvSpPr>
        <p:spPr>
          <a:xfrm>
            <a:off x="415600" y="3778834"/>
            <a:ext cx="11360850" cy="1056750"/>
          </a:xfrm>
          <a:prstGeom prst="rect">
            <a:avLst/>
          </a:prstGeom>
        </p:spPr>
        <p:txBody>
          <a:bodyPr spcFirstLastPara="1" wrap="square" lIns="243800" tIns="243800" rIns="243800" bIns="243800" anchor="t" anchorCtr="0">
            <a:normAutofit/>
          </a:bodyPr>
          <a:lstStyle>
            <a:lvl1pPr lvl="0" algn="ctr">
              <a:lnSpc>
                <a:spcPct val="100000"/>
              </a:lnSpc>
              <a:spcBef>
                <a:spcPts val="0"/>
              </a:spcBef>
              <a:spcAft>
                <a:spcPts val="0"/>
              </a:spcAft>
              <a:buSzPts val="7500"/>
              <a:buNone/>
              <a:defRPr sz="3750"/>
            </a:lvl1pPr>
            <a:lvl2pPr lvl="1" algn="ctr">
              <a:lnSpc>
                <a:spcPct val="100000"/>
              </a:lnSpc>
              <a:spcBef>
                <a:spcPts val="0"/>
              </a:spcBef>
              <a:spcAft>
                <a:spcPts val="0"/>
              </a:spcAft>
              <a:buSzPts val="7500"/>
              <a:buNone/>
              <a:defRPr sz="3750"/>
            </a:lvl2pPr>
            <a:lvl3pPr lvl="2" algn="ctr">
              <a:lnSpc>
                <a:spcPct val="100000"/>
              </a:lnSpc>
              <a:spcBef>
                <a:spcPts val="0"/>
              </a:spcBef>
              <a:spcAft>
                <a:spcPts val="0"/>
              </a:spcAft>
              <a:buSzPts val="7500"/>
              <a:buNone/>
              <a:defRPr sz="3750"/>
            </a:lvl3pPr>
            <a:lvl4pPr lvl="3" algn="ctr">
              <a:lnSpc>
                <a:spcPct val="100000"/>
              </a:lnSpc>
              <a:spcBef>
                <a:spcPts val="0"/>
              </a:spcBef>
              <a:spcAft>
                <a:spcPts val="0"/>
              </a:spcAft>
              <a:buSzPts val="7500"/>
              <a:buNone/>
              <a:defRPr sz="3750"/>
            </a:lvl4pPr>
            <a:lvl5pPr lvl="4" algn="ctr">
              <a:lnSpc>
                <a:spcPct val="100000"/>
              </a:lnSpc>
              <a:spcBef>
                <a:spcPts val="0"/>
              </a:spcBef>
              <a:spcAft>
                <a:spcPts val="0"/>
              </a:spcAft>
              <a:buSzPts val="7500"/>
              <a:buNone/>
              <a:defRPr sz="3750"/>
            </a:lvl5pPr>
            <a:lvl6pPr lvl="5" algn="ctr">
              <a:lnSpc>
                <a:spcPct val="100000"/>
              </a:lnSpc>
              <a:spcBef>
                <a:spcPts val="0"/>
              </a:spcBef>
              <a:spcAft>
                <a:spcPts val="0"/>
              </a:spcAft>
              <a:buSzPts val="7500"/>
              <a:buNone/>
              <a:defRPr sz="3750"/>
            </a:lvl6pPr>
            <a:lvl7pPr lvl="6" algn="ctr">
              <a:lnSpc>
                <a:spcPct val="100000"/>
              </a:lnSpc>
              <a:spcBef>
                <a:spcPts val="0"/>
              </a:spcBef>
              <a:spcAft>
                <a:spcPts val="0"/>
              </a:spcAft>
              <a:buSzPts val="7500"/>
              <a:buNone/>
              <a:defRPr sz="3750"/>
            </a:lvl7pPr>
            <a:lvl8pPr lvl="7" algn="ctr">
              <a:lnSpc>
                <a:spcPct val="100000"/>
              </a:lnSpc>
              <a:spcBef>
                <a:spcPts val="0"/>
              </a:spcBef>
              <a:spcAft>
                <a:spcPts val="0"/>
              </a:spcAft>
              <a:buSzPts val="7500"/>
              <a:buNone/>
              <a:defRPr sz="3750"/>
            </a:lvl8pPr>
            <a:lvl9pPr lvl="8" algn="ctr">
              <a:lnSpc>
                <a:spcPct val="100000"/>
              </a:lnSpc>
              <a:spcBef>
                <a:spcPts val="0"/>
              </a:spcBef>
              <a:spcAft>
                <a:spcPts val="0"/>
              </a:spcAft>
              <a:buSzPts val="7500"/>
              <a:buNone/>
              <a:defRPr sz="3750"/>
            </a:lvl9pPr>
          </a:lstStyle>
          <a:p>
            <a:endParaRPr/>
          </a:p>
        </p:txBody>
      </p:sp>
      <p:sp>
        <p:nvSpPr>
          <p:cNvPr id="12" name="Google Shape;12;p2"/>
          <p:cNvSpPr txBox="1">
            <a:spLocks noGrp="1"/>
          </p:cNvSpPr>
          <p:nvPr>
            <p:ph type="sldNum" idx="12"/>
          </p:nvPr>
        </p:nvSpPr>
        <p:spPr>
          <a:xfrm>
            <a:off x="11296611" y="6217623"/>
            <a:ext cx="731550" cy="524850"/>
          </a:xfrm>
          <a:prstGeom prst="rect">
            <a:avLst/>
          </a:prstGeom>
        </p:spPr>
        <p:txBody>
          <a:bodyPr spcFirstLastPara="1" wrap="square" lIns="243800" tIns="243800" rIns="243800" bIns="2438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spcBef>
                <a:spcPts val="0"/>
              </a:spcBef>
              <a:spcAft>
                <a:spcPts val="0"/>
              </a:spcAft>
            </a:pPr>
            <a:fld id="{00000000-1234-1234-1234-123412341234}" type="slidenum">
              <a:rPr lang="en" smtClean="0"/>
              <a:pPr>
                <a:spcBef>
                  <a:spcPts val="0"/>
                </a:spcBef>
                <a:spcAft>
                  <a:spcPts val="0"/>
                </a:spcAft>
              </a:pPr>
              <a:t>‹#›</a:t>
            </a:fld>
            <a:endParaRPr lang="en"/>
          </a:p>
        </p:txBody>
      </p:sp>
    </p:spTree>
    <p:extLst>
      <p:ext uri="{BB962C8B-B14F-4D97-AF65-F5344CB8AC3E}">
        <p14:creationId xmlns:p14="http://schemas.microsoft.com/office/powerpoint/2010/main" val="6710233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50" cy="1122450"/>
          </a:xfrm>
          <a:prstGeom prst="rect">
            <a:avLst/>
          </a:prstGeom>
        </p:spPr>
        <p:txBody>
          <a:bodyPr spcFirstLastPara="1" wrap="square" lIns="243800" tIns="243800" rIns="243800" bIns="243800" anchor="ctr" anchorCtr="0">
            <a:normAutofit/>
          </a:bodyPr>
          <a:lstStyle>
            <a:lvl1pPr lvl="0" algn="ctr">
              <a:spcBef>
                <a:spcPts val="0"/>
              </a:spcBef>
              <a:spcAft>
                <a:spcPts val="0"/>
              </a:spcAft>
              <a:buSzPts val="9600"/>
              <a:buNone/>
              <a:defRPr sz="4800"/>
            </a:lvl1pPr>
            <a:lvl2pPr lvl="1" algn="ctr">
              <a:spcBef>
                <a:spcPts val="0"/>
              </a:spcBef>
              <a:spcAft>
                <a:spcPts val="0"/>
              </a:spcAft>
              <a:buSzPts val="9600"/>
              <a:buNone/>
              <a:defRPr sz="4800"/>
            </a:lvl2pPr>
            <a:lvl3pPr lvl="2" algn="ctr">
              <a:spcBef>
                <a:spcPts val="0"/>
              </a:spcBef>
              <a:spcAft>
                <a:spcPts val="0"/>
              </a:spcAft>
              <a:buSzPts val="9600"/>
              <a:buNone/>
              <a:defRPr sz="4800"/>
            </a:lvl3pPr>
            <a:lvl4pPr lvl="3" algn="ctr">
              <a:spcBef>
                <a:spcPts val="0"/>
              </a:spcBef>
              <a:spcAft>
                <a:spcPts val="0"/>
              </a:spcAft>
              <a:buSzPts val="9600"/>
              <a:buNone/>
              <a:defRPr sz="4800"/>
            </a:lvl4pPr>
            <a:lvl5pPr lvl="4" algn="ctr">
              <a:spcBef>
                <a:spcPts val="0"/>
              </a:spcBef>
              <a:spcAft>
                <a:spcPts val="0"/>
              </a:spcAft>
              <a:buSzPts val="9600"/>
              <a:buNone/>
              <a:defRPr sz="4800"/>
            </a:lvl5pPr>
            <a:lvl6pPr lvl="5" algn="ctr">
              <a:spcBef>
                <a:spcPts val="0"/>
              </a:spcBef>
              <a:spcAft>
                <a:spcPts val="0"/>
              </a:spcAft>
              <a:buSzPts val="9600"/>
              <a:buNone/>
              <a:defRPr sz="4800"/>
            </a:lvl6pPr>
            <a:lvl7pPr lvl="6" algn="ctr">
              <a:spcBef>
                <a:spcPts val="0"/>
              </a:spcBef>
              <a:spcAft>
                <a:spcPts val="0"/>
              </a:spcAft>
              <a:buSzPts val="9600"/>
              <a:buNone/>
              <a:defRPr sz="4800"/>
            </a:lvl7pPr>
            <a:lvl8pPr lvl="7" algn="ctr">
              <a:spcBef>
                <a:spcPts val="0"/>
              </a:spcBef>
              <a:spcAft>
                <a:spcPts val="0"/>
              </a:spcAft>
              <a:buSzPts val="9600"/>
              <a:buNone/>
              <a:defRPr sz="4800"/>
            </a:lvl8pPr>
            <a:lvl9pPr lvl="8" algn="ctr">
              <a:spcBef>
                <a:spcPts val="0"/>
              </a:spcBef>
              <a:spcAft>
                <a:spcPts val="0"/>
              </a:spcAft>
              <a:buSzPts val="9600"/>
              <a:buNone/>
              <a:defRPr sz="4800"/>
            </a:lvl9pPr>
          </a:lstStyle>
          <a:p>
            <a:endParaRPr/>
          </a:p>
        </p:txBody>
      </p:sp>
      <p:sp>
        <p:nvSpPr>
          <p:cNvPr id="15" name="Google Shape;15;p3"/>
          <p:cNvSpPr txBox="1">
            <a:spLocks noGrp="1"/>
          </p:cNvSpPr>
          <p:nvPr>
            <p:ph type="sldNum" idx="12"/>
          </p:nvPr>
        </p:nvSpPr>
        <p:spPr>
          <a:xfrm>
            <a:off x="11296611" y="6217623"/>
            <a:ext cx="731550" cy="524850"/>
          </a:xfrm>
          <a:prstGeom prst="rect">
            <a:avLst/>
          </a:prstGeom>
        </p:spPr>
        <p:txBody>
          <a:bodyPr spcFirstLastPara="1" wrap="square" lIns="243800" tIns="243800" rIns="243800" bIns="2438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spcBef>
                <a:spcPts val="0"/>
              </a:spcBef>
              <a:spcAft>
                <a:spcPts val="0"/>
              </a:spcAft>
            </a:pPr>
            <a:fld id="{00000000-1234-1234-1234-123412341234}" type="slidenum">
              <a:rPr lang="en" smtClean="0"/>
              <a:pPr>
                <a:spcBef>
                  <a:spcPts val="0"/>
                </a:spcBef>
                <a:spcAft>
                  <a:spcPts val="0"/>
                </a:spcAft>
              </a:pPr>
              <a:t>‹#›</a:t>
            </a:fld>
            <a:endParaRPr lang="en"/>
          </a:p>
        </p:txBody>
      </p:sp>
    </p:spTree>
    <p:extLst>
      <p:ext uri="{BB962C8B-B14F-4D97-AF65-F5344CB8AC3E}">
        <p14:creationId xmlns:p14="http://schemas.microsoft.com/office/powerpoint/2010/main" val="40648744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50" cy="763650"/>
          </a:xfrm>
          <a:prstGeom prst="rect">
            <a:avLst/>
          </a:prstGeom>
        </p:spPr>
        <p:txBody>
          <a:bodyPr spcFirstLastPara="1" wrap="square" lIns="243800" tIns="243800" rIns="243800" bIns="243800" anchor="t" anchorCtr="0">
            <a:normAutofit/>
          </a:bodyPr>
          <a:lstStyle>
            <a:lvl1pPr lvl="0">
              <a:spcBef>
                <a:spcPts val="0"/>
              </a:spcBef>
              <a:spcAft>
                <a:spcPts val="0"/>
              </a:spcAft>
              <a:buSzPts val="7500"/>
              <a:buNone/>
              <a:defRPr/>
            </a:lvl1pPr>
            <a:lvl2pPr lvl="1">
              <a:spcBef>
                <a:spcPts val="0"/>
              </a:spcBef>
              <a:spcAft>
                <a:spcPts val="0"/>
              </a:spcAft>
              <a:buSzPts val="7500"/>
              <a:buNone/>
              <a:defRPr/>
            </a:lvl2pPr>
            <a:lvl3pPr lvl="2">
              <a:spcBef>
                <a:spcPts val="0"/>
              </a:spcBef>
              <a:spcAft>
                <a:spcPts val="0"/>
              </a:spcAft>
              <a:buSzPts val="7500"/>
              <a:buNone/>
              <a:defRPr/>
            </a:lvl3pPr>
            <a:lvl4pPr lvl="3">
              <a:spcBef>
                <a:spcPts val="0"/>
              </a:spcBef>
              <a:spcAft>
                <a:spcPts val="0"/>
              </a:spcAft>
              <a:buSzPts val="7500"/>
              <a:buNone/>
              <a:defRPr/>
            </a:lvl4pPr>
            <a:lvl5pPr lvl="4">
              <a:spcBef>
                <a:spcPts val="0"/>
              </a:spcBef>
              <a:spcAft>
                <a:spcPts val="0"/>
              </a:spcAft>
              <a:buSzPts val="7500"/>
              <a:buNone/>
              <a:defRPr/>
            </a:lvl5pPr>
            <a:lvl6pPr lvl="5">
              <a:spcBef>
                <a:spcPts val="0"/>
              </a:spcBef>
              <a:spcAft>
                <a:spcPts val="0"/>
              </a:spcAft>
              <a:buSzPts val="7500"/>
              <a:buNone/>
              <a:defRPr/>
            </a:lvl6pPr>
            <a:lvl7pPr lvl="6">
              <a:spcBef>
                <a:spcPts val="0"/>
              </a:spcBef>
              <a:spcAft>
                <a:spcPts val="0"/>
              </a:spcAft>
              <a:buSzPts val="7500"/>
              <a:buNone/>
              <a:defRPr/>
            </a:lvl7pPr>
            <a:lvl8pPr lvl="7">
              <a:spcBef>
                <a:spcPts val="0"/>
              </a:spcBef>
              <a:spcAft>
                <a:spcPts val="0"/>
              </a:spcAft>
              <a:buSzPts val="7500"/>
              <a:buNone/>
              <a:defRPr/>
            </a:lvl8pPr>
            <a:lvl9pPr lvl="8">
              <a:spcBef>
                <a:spcPts val="0"/>
              </a:spcBef>
              <a:spcAft>
                <a:spcPts val="0"/>
              </a:spcAft>
              <a:buSzPts val="7500"/>
              <a:buNone/>
              <a:defRPr/>
            </a:lvl9pPr>
          </a:lstStyle>
          <a:p>
            <a:endParaRPr/>
          </a:p>
        </p:txBody>
      </p:sp>
      <p:sp>
        <p:nvSpPr>
          <p:cNvPr id="18" name="Google Shape;18;p4"/>
          <p:cNvSpPr txBox="1">
            <a:spLocks noGrp="1"/>
          </p:cNvSpPr>
          <p:nvPr>
            <p:ph type="body" idx="1"/>
          </p:nvPr>
        </p:nvSpPr>
        <p:spPr>
          <a:xfrm>
            <a:off x="415600" y="1536634"/>
            <a:ext cx="11360850" cy="4555200"/>
          </a:xfrm>
          <a:prstGeom prst="rect">
            <a:avLst/>
          </a:prstGeom>
        </p:spPr>
        <p:txBody>
          <a:bodyPr spcFirstLastPara="1" wrap="square" lIns="243800" tIns="243800" rIns="243800" bIns="243800" anchor="t" anchorCtr="0">
            <a:normAutofit/>
          </a:bodyPr>
          <a:lstStyle>
            <a:lvl1pPr marL="228600" lvl="0" indent="-266700">
              <a:spcBef>
                <a:spcPts val="0"/>
              </a:spcBef>
              <a:spcAft>
                <a:spcPts val="0"/>
              </a:spcAft>
              <a:buSzPts val="4800"/>
              <a:buChar char="●"/>
              <a:defRPr/>
            </a:lvl1pPr>
            <a:lvl2pPr marL="457200" lvl="1" indent="-231775">
              <a:spcBef>
                <a:spcPts val="0"/>
              </a:spcBef>
              <a:spcAft>
                <a:spcPts val="0"/>
              </a:spcAft>
              <a:buSzPts val="3700"/>
              <a:buChar char="○"/>
              <a:defRPr/>
            </a:lvl2pPr>
            <a:lvl3pPr marL="685800" lvl="2" indent="-231775">
              <a:spcBef>
                <a:spcPts val="0"/>
              </a:spcBef>
              <a:spcAft>
                <a:spcPts val="0"/>
              </a:spcAft>
              <a:buSzPts val="3700"/>
              <a:buChar char="■"/>
              <a:defRPr/>
            </a:lvl3pPr>
            <a:lvl4pPr marL="914400" lvl="3" indent="-231775">
              <a:spcBef>
                <a:spcPts val="0"/>
              </a:spcBef>
              <a:spcAft>
                <a:spcPts val="0"/>
              </a:spcAft>
              <a:buSzPts val="3700"/>
              <a:buChar char="●"/>
              <a:defRPr/>
            </a:lvl4pPr>
            <a:lvl5pPr marL="1143000" lvl="4" indent="-231775">
              <a:spcBef>
                <a:spcPts val="0"/>
              </a:spcBef>
              <a:spcAft>
                <a:spcPts val="0"/>
              </a:spcAft>
              <a:buSzPts val="3700"/>
              <a:buChar char="○"/>
              <a:defRPr/>
            </a:lvl5pPr>
            <a:lvl6pPr marL="1371600" lvl="5" indent="-231775">
              <a:spcBef>
                <a:spcPts val="0"/>
              </a:spcBef>
              <a:spcAft>
                <a:spcPts val="0"/>
              </a:spcAft>
              <a:buSzPts val="3700"/>
              <a:buChar char="■"/>
              <a:defRPr/>
            </a:lvl6pPr>
            <a:lvl7pPr marL="1600200" lvl="6" indent="-231775">
              <a:spcBef>
                <a:spcPts val="0"/>
              </a:spcBef>
              <a:spcAft>
                <a:spcPts val="0"/>
              </a:spcAft>
              <a:buSzPts val="3700"/>
              <a:buChar char="●"/>
              <a:defRPr/>
            </a:lvl7pPr>
            <a:lvl8pPr marL="1828800" lvl="7" indent="-231775">
              <a:spcBef>
                <a:spcPts val="0"/>
              </a:spcBef>
              <a:spcAft>
                <a:spcPts val="0"/>
              </a:spcAft>
              <a:buSzPts val="3700"/>
              <a:buChar char="○"/>
              <a:defRPr/>
            </a:lvl8pPr>
            <a:lvl9pPr marL="2057400" lvl="8" indent="-231775">
              <a:spcBef>
                <a:spcPts val="0"/>
              </a:spcBef>
              <a:spcAft>
                <a:spcPts val="0"/>
              </a:spcAft>
              <a:buSzPts val="3700"/>
              <a:buChar char="■"/>
              <a:defRPr/>
            </a:lvl9pPr>
          </a:lstStyle>
          <a:p>
            <a:endParaRPr/>
          </a:p>
        </p:txBody>
      </p:sp>
      <p:sp>
        <p:nvSpPr>
          <p:cNvPr id="19" name="Google Shape;19;p4"/>
          <p:cNvSpPr txBox="1">
            <a:spLocks noGrp="1"/>
          </p:cNvSpPr>
          <p:nvPr>
            <p:ph type="sldNum" idx="12"/>
          </p:nvPr>
        </p:nvSpPr>
        <p:spPr>
          <a:xfrm>
            <a:off x="11296611" y="6217623"/>
            <a:ext cx="731550" cy="524850"/>
          </a:xfrm>
          <a:prstGeom prst="rect">
            <a:avLst/>
          </a:prstGeom>
        </p:spPr>
        <p:txBody>
          <a:bodyPr spcFirstLastPara="1" wrap="square" lIns="243800" tIns="243800" rIns="243800" bIns="2438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spcBef>
                <a:spcPts val="0"/>
              </a:spcBef>
              <a:spcAft>
                <a:spcPts val="0"/>
              </a:spcAft>
            </a:pPr>
            <a:fld id="{00000000-1234-1234-1234-123412341234}" type="slidenum">
              <a:rPr lang="en" smtClean="0"/>
              <a:pPr>
                <a:spcBef>
                  <a:spcPts val="0"/>
                </a:spcBef>
                <a:spcAft>
                  <a:spcPts val="0"/>
                </a:spcAft>
              </a:pPr>
              <a:t>‹#›</a:t>
            </a:fld>
            <a:endParaRPr lang="en"/>
          </a:p>
        </p:txBody>
      </p:sp>
    </p:spTree>
    <p:extLst>
      <p:ext uri="{BB962C8B-B14F-4D97-AF65-F5344CB8AC3E}">
        <p14:creationId xmlns:p14="http://schemas.microsoft.com/office/powerpoint/2010/main" val="41535705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50" cy="763650"/>
          </a:xfrm>
          <a:prstGeom prst="rect">
            <a:avLst/>
          </a:prstGeom>
        </p:spPr>
        <p:txBody>
          <a:bodyPr spcFirstLastPara="1" wrap="square" lIns="243800" tIns="243800" rIns="243800" bIns="243800" anchor="t" anchorCtr="0">
            <a:normAutofit/>
          </a:bodyPr>
          <a:lstStyle>
            <a:lvl1pPr lvl="0">
              <a:spcBef>
                <a:spcPts val="0"/>
              </a:spcBef>
              <a:spcAft>
                <a:spcPts val="0"/>
              </a:spcAft>
              <a:buSzPts val="7500"/>
              <a:buNone/>
              <a:defRPr/>
            </a:lvl1pPr>
            <a:lvl2pPr lvl="1">
              <a:spcBef>
                <a:spcPts val="0"/>
              </a:spcBef>
              <a:spcAft>
                <a:spcPts val="0"/>
              </a:spcAft>
              <a:buSzPts val="7500"/>
              <a:buNone/>
              <a:defRPr/>
            </a:lvl2pPr>
            <a:lvl3pPr lvl="2">
              <a:spcBef>
                <a:spcPts val="0"/>
              </a:spcBef>
              <a:spcAft>
                <a:spcPts val="0"/>
              </a:spcAft>
              <a:buSzPts val="7500"/>
              <a:buNone/>
              <a:defRPr/>
            </a:lvl3pPr>
            <a:lvl4pPr lvl="3">
              <a:spcBef>
                <a:spcPts val="0"/>
              </a:spcBef>
              <a:spcAft>
                <a:spcPts val="0"/>
              </a:spcAft>
              <a:buSzPts val="7500"/>
              <a:buNone/>
              <a:defRPr/>
            </a:lvl4pPr>
            <a:lvl5pPr lvl="4">
              <a:spcBef>
                <a:spcPts val="0"/>
              </a:spcBef>
              <a:spcAft>
                <a:spcPts val="0"/>
              </a:spcAft>
              <a:buSzPts val="7500"/>
              <a:buNone/>
              <a:defRPr/>
            </a:lvl5pPr>
            <a:lvl6pPr lvl="5">
              <a:spcBef>
                <a:spcPts val="0"/>
              </a:spcBef>
              <a:spcAft>
                <a:spcPts val="0"/>
              </a:spcAft>
              <a:buSzPts val="7500"/>
              <a:buNone/>
              <a:defRPr/>
            </a:lvl6pPr>
            <a:lvl7pPr lvl="6">
              <a:spcBef>
                <a:spcPts val="0"/>
              </a:spcBef>
              <a:spcAft>
                <a:spcPts val="0"/>
              </a:spcAft>
              <a:buSzPts val="7500"/>
              <a:buNone/>
              <a:defRPr/>
            </a:lvl7pPr>
            <a:lvl8pPr lvl="7">
              <a:spcBef>
                <a:spcPts val="0"/>
              </a:spcBef>
              <a:spcAft>
                <a:spcPts val="0"/>
              </a:spcAft>
              <a:buSzPts val="7500"/>
              <a:buNone/>
              <a:defRPr/>
            </a:lvl8pPr>
            <a:lvl9pPr lvl="8">
              <a:spcBef>
                <a:spcPts val="0"/>
              </a:spcBef>
              <a:spcAft>
                <a:spcPts val="0"/>
              </a:spcAft>
              <a:buSzPts val="7500"/>
              <a:buNone/>
              <a:defRPr/>
            </a:lvl9pPr>
          </a:lstStyle>
          <a:p>
            <a:endParaRPr/>
          </a:p>
        </p:txBody>
      </p:sp>
      <p:sp>
        <p:nvSpPr>
          <p:cNvPr id="22" name="Google Shape;22;p5"/>
          <p:cNvSpPr txBox="1">
            <a:spLocks noGrp="1"/>
          </p:cNvSpPr>
          <p:nvPr>
            <p:ph type="body" idx="1"/>
          </p:nvPr>
        </p:nvSpPr>
        <p:spPr>
          <a:xfrm>
            <a:off x="415600" y="1536634"/>
            <a:ext cx="5333250" cy="4555200"/>
          </a:xfrm>
          <a:prstGeom prst="rect">
            <a:avLst/>
          </a:prstGeom>
        </p:spPr>
        <p:txBody>
          <a:bodyPr spcFirstLastPara="1" wrap="square" lIns="243800" tIns="243800" rIns="243800" bIns="243800" anchor="t" anchorCtr="0">
            <a:normAutofit/>
          </a:bodyPr>
          <a:lstStyle>
            <a:lvl1pPr marL="228600" lvl="0" indent="-231775">
              <a:spcBef>
                <a:spcPts val="0"/>
              </a:spcBef>
              <a:spcAft>
                <a:spcPts val="0"/>
              </a:spcAft>
              <a:buSzPts val="3700"/>
              <a:buChar char="●"/>
              <a:defRPr sz="1850"/>
            </a:lvl1pPr>
            <a:lvl2pPr marL="457200" lvl="1" indent="-215900">
              <a:spcBef>
                <a:spcPts val="0"/>
              </a:spcBef>
              <a:spcAft>
                <a:spcPts val="0"/>
              </a:spcAft>
              <a:buSzPts val="3200"/>
              <a:buChar char="○"/>
              <a:defRPr sz="1600"/>
            </a:lvl2pPr>
            <a:lvl3pPr marL="685800" lvl="2" indent="-215900">
              <a:spcBef>
                <a:spcPts val="0"/>
              </a:spcBef>
              <a:spcAft>
                <a:spcPts val="0"/>
              </a:spcAft>
              <a:buSzPts val="3200"/>
              <a:buChar char="■"/>
              <a:defRPr sz="1600"/>
            </a:lvl3pPr>
            <a:lvl4pPr marL="914400" lvl="3" indent="-215900">
              <a:spcBef>
                <a:spcPts val="0"/>
              </a:spcBef>
              <a:spcAft>
                <a:spcPts val="0"/>
              </a:spcAft>
              <a:buSzPts val="3200"/>
              <a:buChar char="●"/>
              <a:defRPr sz="1600"/>
            </a:lvl4pPr>
            <a:lvl5pPr marL="1143000" lvl="4" indent="-215900">
              <a:spcBef>
                <a:spcPts val="0"/>
              </a:spcBef>
              <a:spcAft>
                <a:spcPts val="0"/>
              </a:spcAft>
              <a:buSzPts val="3200"/>
              <a:buChar char="○"/>
              <a:defRPr sz="1600"/>
            </a:lvl5pPr>
            <a:lvl6pPr marL="1371600" lvl="5" indent="-215900">
              <a:spcBef>
                <a:spcPts val="0"/>
              </a:spcBef>
              <a:spcAft>
                <a:spcPts val="0"/>
              </a:spcAft>
              <a:buSzPts val="3200"/>
              <a:buChar char="■"/>
              <a:defRPr sz="1600"/>
            </a:lvl6pPr>
            <a:lvl7pPr marL="1600200" lvl="6" indent="-215900">
              <a:spcBef>
                <a:spcPts val="0"/>
              </a:spcBef>
              <a:spcAft>
                <a:spcPts val="0"/>
              </a:spcAft>
              <a:buSzPts val="3200"/>
              <a:buChar char="●"/>
              <a:defRPr sz="1600"/>
            </a:lvl7pPr>
            <a:lvl8pPr marL="1828800" lvl="7" indent="-215900">
              <a:spcBef>
                <a:spcPts val="0"/>
              </a:spcBef>
              <a:spcAft>
                <a:spcPts val="0"/>
              </a:spcAft>
              <a:buSzPts val="3200"/>
              <a:buChar char="○"/>
              <a:defRPr sz="1600"/>
            </a:lvl8pPr>
            <a:lvl9pPr marL="2057400" lvl="8" indent="-215900">
              <a:spcBef>
                <a:spcPts val="0"/>
              </a:spcBef>
              <a:spcAft>
                <a:spcPts val="0"/>
              </a:spcAft>
              <a:buSzPts val="3200"/>
              <a:buChar char="■"/>
              <a:defRPr sz="1600"/>
            </a:lvl9pPr>
          </a:lstStyle>
          <a:p>
            <a:endParaRPr/>
          </a:p>
        </p:txBody>
      </p:sp>
      <p:sp>
        <p:nvSpPr>
          <p:cNvPr id="23" name="Google Shape;23;p5"/>
          <p:cNvSpPr txBox="1">
            <a:spLocks noGrp="1"/>
          </p:cNvSpPr>
          <p:nvPr>
            <p:ph type="body" idx="2"/>
          </p:nvPr>
        </p:nvSpPr>
        <p:spPr>
          <a:xfrm>
            <a:off x="6443200" y="1536634"/>
            <a:ext cx="5333250" cy="4555200"/>
          </a:xfrm>
          <a:prstGeom prst="rect">
            <a:avLst/>
          </a:prstGeom>
        </p:spPr>
        <p:txBody>
          <a:bodyPr spcFirstLastPara="1" wrap="square" lIns="243800" tIns="243800" rIns="243800" bIns="243800" anchor="t" anchorCtr="0">
            <a:normAutofit/>
          </a:bodyPr>
          <a:lstStyle>
            <a:lvl1pPr marL="228600" lvl="0" indent="-231775">
              <a:spcBef>
                <a:spcPts val="0"/>
              </a:spcBef>
              <a:spcAft>
                <a:spcPts val="0"/>
              </a:spcAft>
              <a:buSzPts val="3700"/>
              <a:buChar char="●"/>
              <a:defRPr sz="1850"/>
            </a:lvl1pPr>
            <a:lvl2pPr marL="457200" lvl="1" indent="-215900">
              <a:spcBef>
                <a:spcPts val="0"/>
              </a:spcBef>
              <a:spcAft>
                <a:spcPts val="0"/>
              </a:spcAft>
              <a:buSzPts val="3200"/>
              <a:buChar char="○"/>
              <a:defRPr sz="1600"/>
            </a:lvl2pPr>
            <a:lvl3pPr marL="685800" lvl="2" indent="-215900">
              <a:spcBef>
                <a:spcPts val="0"/>
              </a:spcBef>
              <a:spcAft>
                <a:spcPts val="0"/>
              </a:spcAft>
              <a:buSzPts val="3200"/>
              <a:buChar char="■"/>
              <a:defRPr sz="1600"/>
            </a:lvl3pPr>
            <a:lvl4pPr marL="914400" lvl="3" indent="-215900">
              <a:spcBef>
                <a:spcPts val="0"/>
              </a:spcBef>
              <a:spcAft>
                <a:spcPts val="0"/>
              </a:spcAft>
              <a:buSzPts val="3200"/>
              <a:buChar char="●"/>
              <a:defRPr sz="1600"/>
            </a:lvl4pPr>
            <a:lvl5pPr marL="1143000" lvl="4" indent="-215900">
              <a:spcBef>
                <a:spcPts val="0"/>
              </a:spcBef>
              <a:spcAft>
                <a:spcPts val="0"/>
              </a:spcAft>
              <a:buSzPts val="3200"/>
              <a:buChar char="○"/>
              <a:defRPr sz="1600"/>
            </a:lvl5pPr>
            <a:lvl6pPr marL="1371600" lvl="5" indent="-215900">
              <a:spcBef>
                <a:spcPts val="0"/>
              </a:spcBef>
              <a:spcAft>
                <a:spcPts val="0"/>
              </a:spcAft>
              <a:buSzPts val="3200"/>
              <a:buChar char="■"/>
              <a:defRPr sz="1600"/>
            </a:lvl6pPr>
            <a:lvl7pPr marL="1600200" lvl="6" indent="-215900">
              <a:spcBef>
                <a:spcPts val="0"/>
              </a:spcBef>
              <a:spcAft>
                <a:spcPts val="0"/>
              </a:spcAft>
              <a:buSzPts val="3200"/>
              <a:buChar char="●"/>
              <a:defRPr sz="1600"/>
            </a:lvl7pPr>
            <a:lvl8pPr marL="1828800" lvl="7" indent="-215900">
              <a:spcBef>
                <a:spcPts val="0"/>
              </a:spcBef>
              <a:spcAft>
                <a:spcPts val="0"/>
              </a:spcAft>
              <a:buSzPts val="3200"/>
              <a:buChar char="○"/>
              <a:defRPr sz="1600"/>
            </a:lvl8pPr>
            <a:lvl9pPr marL="2057400" lvl="8" indent="-215900">
              <a:spcBef>
                <a:spcPts val="0"/>
              </a:spcBef>
              <a:spcAft>
                <a:spcPts val="0"/>
              </a:spcAft>
              <a:buSzPts val="3200"/>
              <a:buChar char="■"/>
              <a:defRPr sz="1600"/>
            </a:lvl9pPr>
          </a:lstStyle>
          <a:p>
            <a:endParaRPr/>
          </a:p>
        </p:txBody>
      </p:sp>
      <p:sp>
        <p:nvSpPr>
          <p:cNvPr id="24" name="Google Shape;24;p5"/>
          <p:cNvSpPr txBox="1">
            <a:spLocks noGrp="1"/>
          </p:cNvSpPr>
          <p:nvPr>
            <p:ph type="sldNum" idx="12"/>
          </p:nvPr>
        </p:nvSpPr>
        <p:spPr>
          <a:xfrm>
            <a:off x="11296611" y="6217623"/>
            <a:ext cx="731550" cy="524850"/>
          </a:xfrm>
          <a:prstGeom prst="rect">
            <a:avLst/>
          </a:prstGeom>
        </p:spPr>
        <p:txBody>
          <a:bodyPr spcFirstLastPara="1" wrap="square" lIns="243800" tIns="243800" rIns="243800" bIns="2438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spcBef>
                <a:spcPts val="0"/>
              </a:spcBef>
              <a:spcAft>
                <a:spcPts val="0"/>
              </a:spcAft>
            </a:pPr>
            <a:fld id="{00000000-1234-1234-1234-123412341234}" type="slidenum">
              <a:rPr lang="en" smtClean="0"/>
              <a:pPr>
                <a:spcBef>
                  <a:spcPts val="0"/>
                </a:spcBef>
                <a:spcAft>
                  <a:spcPts val="0"/>
                </a:spcAft>
              </a:pPr>
              <a:t>‹#›</a:t>
            </a:fld>
            <a:endParaRPr lang="en"/>
          </a:p>
        </p:txBody>
      </p:sp>
    </p:spTree>
    <p:extLst>
      <p:ext uri="{BB962C8B-B14F-4D97-AF65-F5344CB8AC3E}">
        <p14:creationId xmlns:p14="http://schemas.microsoft.com/office/powerpoint/2010/main" val="19531283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50" cy="763650"/>
          </a:xfrm>
          <a:prstGeom prst="rect">
            <a:avLst/>
          </a:prstGeom>
        </p:spPr>
        <p:txBody>
          <a:bodyPr spcFirstLastPara="1" wrap="square" lIns="243800" tIns="243800" rIns="243800" bIns="243800" anchor="t" anchorCtr="0">
            <a:normAutofit/>
          </a:bodyPr>
          <a:lstStyle>
            <a:lvl1pPr lvl="0">
              <a:spcBef>
                <a:spcPts val="0"/>
              </a:spcBef>
              <a:spcAft>
                <a:spcPts val="0"/>
              </a:spcAft>
              <a:buSzPts val="7500"/>
              <a:buNone/>
              <a:defRPr/>
            </a:lvl1pPr>
            <a:lvl2pPr lvl="1">
              <a:spcBef>
                <a:spcPts val="0"/>
              </a:spcBef>
              <a:spcAft>
                <a:spcPts val="0"/>
              </a:spcAft>
              <a:buSzPts val="7500"/>
              <a:buNone/>
              <a:defRPr/>
            </a:lvl2pPr>
            <a:lvl3pPr lvl="2">
              <a:spcBef>
                <a:spcPts val="0"/>
              </a:spcBef>
              <a:spcAft>
                <a:spcPts val="0"/>
              </a:spcAft>
              <a:buSzPts val="7500"/>
              <a:buNone/>
              <a:defRPr/>
            </a:lvl3pPr>
            <a:lvl4pPr lvl="3">
              <a:spcBef>
                <a:spcPts val="0"/>
              </a:spcBef>
              <a:spcAft>
                <a:spcPts val="0"/>
              </a:spcAft>
              <a:buSzPts val="7500"/>
              <a:buNone/>
              <a:defRPr/>
            </a:lvl4pPr>
            <a:lvl5pPr lvl="4">
              <a:spcBef>
                <a:spcPts val="0"/>
              </a:spcBef>
              <a:spcAft>
                <a:spcPts val="0"/>
              </a:spcAft>
              <a:buSzPts val="7500"/>
              <a:buNone/>
              <a:defRPr/>
            </a:lvl5pPr>
            <a:lvl6pPr lvl="5">
              <a:spcBef>
                <a:spcPts val="0"/>
              </a:spcBef>
              <a:spcAft>
                <a:spcPts val="0"/>
              </a:spcAft>
              <a:buSzPts val="7500"/>
              <a:buNone/>
              <a:defRPr/>
            </a:lvl6pPr>
            <a:lvl7pPr lvl="6">
              <a:spcBef>
                <a:spcPts val="0"/>
              </a:spcBef>
              <a:spcAft>
                <a:spcPts val="0"/>
              </a:spcAft>
              <a:buSzPts val="7500"/>
              <a:buNone/>
              <a:defRPr/>
            </a:lvl7pPr>
            <a:lvl8pPr lvl="7">
              <a:spcBef>
                <a:spcPts val="0"/>
              </a:spcBef>
              <a:spcAft>
                <a:spcPts val="0"/>
              </a:spcAft>
              <a:buSzPts val="7500"/>
              <a:buNone/>
              <a:defRPr/>
            </a:lvl8pPr>
            <a:lvl9pPr lvl="8">
              <a:spcBef>
                <a:spcPts val="0"/>
              </a:spcBef>
              <a:spcAft>
                <a:spcPts val="0"/>
              </a:spcAft>
              <a:buSzPts val="7500"/>
              <a:buNone/>
              <a:defRPr/>
            </a:lvl9pPr>
          </a:lstStyle>
          <a:p>
            <a:endParaRPr/>
          </a:p>
        </p:txBody>
      </p:sp>
      <p:sp>
        <p:nvSpPr>
          <p:cNvPr id="27" name="Google Shape;27;p6"/>
          <p:cNvSpPr txBox="1">
            <a:spLocks noGrp="1"/>
          </p:cNvSpPr>
          <p:nvPr>
            <p:ph type="sldNum" idx="12"/>
          </p:nvPr>
        </p:nvSpPr>
        <p:spPr>
          <a:xfrm>
            <a:off x="11296611" y="6217623"/>
            <a:ext cx="731550" cy="524850"/>
          </a:xfrm>
          <a:prstGeom prst="rect">
            <a:avLst/>
          </a:prstGeom>
        </p:spPr>
        <p:txBody>
          <a:bodyPr spcFirstLastPara="1" wrap="square" lIns="243800" tIns="243800" rIns="243800" bIns="2438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spcBef>
                <a:spcPts val="0"/>
              </a:spcBef>
              <a:spcAft>
                <a:spcPts val="0"/>
              </a:spcAft>
            </a:pPr>
            <a:fld id="{00000000-1234-1234-1234-123412341234}" type="slidenum">
              <a:rPr lang="en" smtClean="0"/>
              <a:pPr>
                <a:spcBef>
                  <a:spcPts val="0"/>
                </a:spcBef>
                <a:spcAft>
                  <a:spcPts val="0"/>
                </a:spcAft>
              </a:pPr>
              <a:t>‹#›</a:t>
            </a:fld>
            <a:endParaRPr lang="en"/>
          </a:p>
        </p:txBody>
      </p:sp>
    </p:spTree>
    <p:extLst>
      <p:ext uri="{BB962C8B-B14F-4D97-AF65-F5344CB8AC3E}">
        <p14:creationId xmlns:p14="http://schemas.microsoft.com/office/powerpoint/2010/main" val="33811338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550"/>
          </a:xfrm>
          <a:prstGeom prst="rect">
            <a:avLst/>
          </a:prstGeom>
        </p:spPr>
        <p:txBody>
          <a:bodyPr spcFirstLastPara="1" wrap="square" lIns="243800" tIns="243800" rIns="243800" bIns="243800" anchor="b" anchorCtr="0">
            <a:normAutofit/>
          </a:bodyPr>
          <a:lstStyle>
            <a:lvl1pPr lvl="0">
              <a:spcBef>
                <a:spcPts val="0"/>
              </a:spcBef>
              <a:spcAft>
                <a:spcPts val="0"/>
              </a:spcAft>
              <a:buSzPts val="6400"/>
              <a:buNone/>
              <a:defRPr sz="3200"/>
            </a:lvl1pPr>
            <a:lvl2pPr lvl="1">
              <a:spcBef>
                <a:spcPts val="0"/>
              </a:spcBef>
              <a:spcAft>
                <a:spcPts val="0"/>
              </a:spcAft>
              <a:buSzPts val="6400"/>
              <a:buNone/>
              <a:defRPr sz="3200"/>
            </a:lvl2pPr>
            <a:lvl3pPr lvl="2">
              <a:spcBef>
                <a:spcPts val="0"/>
              </a:spcBef>
              <a:spcAft>
                <a:spcPts val="0"/>
              </a:spcAft>
              <a:buSzPts val="6400"/>
              <a:buNone/>
              <a:defRPr sz="3200"/>
            </a:lvl3pPr>
            <a:lvl4pPr lvl="3">
              <a:spcBef>
                <a:spcPts val="0"/>
              </a:spcBef>
              <a:spcAft>
                <a:spcPts val="0"/>
              </a:spcAft>
              <a:buSzPts val="6400"/>
              <a:buNone/>
              <a:defRPr sz="3200"/>
            </a:lvl4pPr>
            <a:lvl5pPr lvl="4">
              <a:spcBef>
                <a:spcPts val="0"/>
              </a:spcBef>
              <a:spcAft>
                <a:spcPts val="0"/>
              </a:spcAft>
              <a:buSzPts val="6400"/>
              <a:buNone/>
              <a:defRPr sz="3200"/>
            </a:lvl5pPr>
            <a:lvl6pPr lvl="5">
              <a:spcBef>
                <a:spcPts val="0"/>
              </a:spcBef>
              <a:spcAft>
                <a:spcPts val="0"/>
              </a:spcAft>
              <a:buSzPts val="6400"/>
              <a:buNone/>
              <a:defRPr sz="3200"/>
            </a:lvl6pPr>
            <a:lvl7pPr lvl="6">
              <a:spcBef>
                <a:spcPts val="0"/>
              </a:spcBef>
              <a:spcAft>
                <a:spcPts val="0"/>
              </a:spcAft>
              <a:buSzPts val="6400"/>
              <a:buNone/>
              <a:defRPr sz="3200"/>
            </a:lvl7pPr>
            <a:lvl8pPr lvl="7">
              <a:spcBef>
                <a:spcPts val="0"/>
              </a:spcBef>
              <a:spcAft>
                <a:spcPts val="0"/>
              </a:spcAft>
              <a:buSzPts val="6400"/>
              <a:buNone/>
              <a:defRPr sz="3200"/>
            </a:lvl8pPr>
            <a:lvl9pPr lvl="8">
              <a:spcBef>
                <a:spcPts val="0"/>
              </a:spcBef>
              <a:spcAft>
                <a:spcPts val="0"/>
              </a:spcAft>
              <a:buSzPts val="6400"/>
              <a:buNone/>
              <a:defRPr sz="3200"/>
            </a:lvl9pPr>
          </a:lstStyle>
          <a:p>
            <a:endParaRPr/>
          </a:p>
        </p:txBody>
      </p:sp>
      <p:sp>
        <p:nvSpPr>
          <p:cNvPr id="30" name="Google Shape;30;p7"/>
          <p:cNvSpPr txBox="1">
            <a:spLocks noGrp="1"/>
          </p:cNvSpPr>
          <p:nvPr>
            <p:ph type="body" idx="1"/>
          </p:nvPr>
        </p:nvSpPr>
        <p:spPr>
          <a:xfrm>
            <a:off x="415600" y="1852800"/>
            <a:ext cx="3744000" cy="4239150"/>
          </a:xfrm>
          <a:prstGeom prst="rect">
            <a:avLst/>
          </a:prstGeom>
        </p:spPr>
        <p:txBody>
          <a:bodyPr spcFirstLastPara="1" wrap="square" lIns="243800" tIns="243800" rIns="243800" bIns="243800" anchor="t" anchorCtr="0">
            <a:normAutofit/>
          </a:bodyPr>
          <a:lstStyle>
            <a:lvl1pPr marL="228600" lvl="0" indent="-215900">
              <a:spcBef>
                <a:spcPts val="0"/>
              </a:spcBef>
              <a:spcAft>
                <a:spcPts val="0"/>
              </a:spcAft>
              <a:buSzPts val="3200"/>
              <a:buChar char="●"/>
              <a:defRPr sz="1600"/>
            </a:lvl1pPr>
            <a:lvl2pPr marL="457200" lvl="1" indent="-215900">
              <a:spcBef>
                <a:spcPts val="0"/>
              </a:spcBef>
              <a:spcAft>
                <a:spcPts val="0"/>
              </a:spcAft>
              <a:buSzPts val="3200"/>
              <a:buChar char="○"/>
              <a:defRPr sz="1600"/>
            </a:lvl2pPr>
            <a:lvl3pPr marL="685800" lvl="2" indent="-215900">
              <a:spcBef>
                <a:spcPts val="0"/>
              </a:spcBef>
              <a:spcAft>
                <a:spcPts val="0"/>
              </a:spcAft>
              <a:buSzPts val="3200"/>
              <a:buChar char="■"/>
              <a:defRPr sz="1600"/>
            </a:lvl3pPr>
            <a:lvl4pPr marL="914400" lvl="3" indent="-215900">
              <a:spcBef>
                <a:spcPts val="0"/>
              </a:spcBef>
              <a:spcAft>
                <a:spcPts val="0"/>
              </a:spcAft>
              <a:buSzPts val="3200"/>
              <a:buChar char="●"/>
              <a:defRPr sz="1600"/>
            </a:lvl4pPr>
            <a:lvl5pPr marL="1143000" lvl="4" indent="-215900">
              <a:spcBef>
                <a:spcPts val="0"/>
              </a:spcBef>
              <a:spcAft>
                <a:spcPts val="0"/>
              </a:spcAft>
              <a:buSzPts val="3200"/>
              <a:buChar char="○"/>
              <a:defRPr sz="1600"/>
            </a:lvl5pPr>
            <a:lvl6pPr marL="1371600" lvl="5" indent="-215900">
              <a:spcBef>
                <a:spcPts val="0"/>
              </a:spcBef>
              <a:spcAft>
                <a:spcPts val="0"/>
              </a:spcAft>
              <a:buSzPts val="3200"/>
              <a:buChar char="■"/>
              <a:defRPr sz="1600"/>
            </a:lvl6pPr>
            <a:lvl7pPr marL="1600200" lvl="6" indent="-215900">
              <a:spcBef>
                <a:spcPts val="0"/>
              </a:spcBef>
              <a:spcAft>
                <a:spcPts val="0"/>
              </a:spcAft>
              <a:buSzPts val="3200"/>
              <a:buChar char="●"/>
              <a:defRPr sz="1600"/>
            </a:lvl7pPr>
            <a:lvl8pPr marL="1828800" lvl="7" indent="-215900">
              <a:spcBef>
                <a:spcPts val="0"/>
              </a:spcBef>
              <a:spcAft>
                <a:spcPts val="0"/>
              </a:spcAft>
              <a:buSzPts val="3200"/>
              <a:buChar char="○"/>
              <a:defRPr sz="1600"/>
            </a:lvl8pPr>
            <a:lvl9pPr marL="2057400" lvl="8" indent="-215900">
              <a:spcBef>
                <a:spcPts val="0"/>
              </a:spcBef>
              <a:spcAft>
                <a:spcPts val="0"/>
              </a:spcAft>
              <a:buSzPts val="3200"/>
              <a:buChar char="■"/>
              <a:defRPr sz="1600"/>
            </a:lvl9pPr>
          </a:lstStyle>
          <a:p>
            <a:endParaRPr/>
          </a:p>
        </p:txBody>
      </p:sp>
      <p:sp>
        <p:nvSpPr>
          <p:cNvPr id="31" name="Google Shape;31;p7"/>
          <p:cNvSpPr txBox="1">
            <a:spLocks noGrp="1"/>
          </p:cNvSpPr>
          <p:nvPr>
            <p:ph type="sldNum" idx="12"/>
          </p:nvPr>
        </p:nvSpPr>
        <p:spPr>
          <a:xfrm>
            <a:off x="11296611" y="6217623"/>
            <a:ext cx="731550" cy="524850"/>
          </a:xfrm>
          <a:prstGeom prst="rect">
            <a:avLst/>
          </a:prstGeom>
        </p:spPr>
        <p:txBody>
          <a:bodyPr spcFirstLastPara="1" wrap="square" lIns="243800" tIns="243800" rIns="243800" bIns="2438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spcBef>
                <a:spcPts val="0"/>
              </a:spcBef>
              <a:spcAft>
                <a:spcPts val="0"/>
              </a:spcAft>
            </a:pPr>
            <a:fld id="{00000000-1234-1234-1234-123412341234}" type="slidenum">
              <a:rPr lang="en" smtClean="0"/>
              <a:pPr>
                <a:spcBef>
                  <a:spcPts val="0"/>
                </a:spcBef>
                <a:spcAft>
                  <a:spcPts val="0"/>
                </a:spcAft>
              </a:pPr>
              <a:t>‹#›</a:t>
            </a:fld>
            <a:endParaRPr lang="en"/>
          </a:p>
        </p:txBody>
      </p:sp>
    </p:spTree>
    <p:extLst>
      <p:ext uri="{BB962C8B-B14F-4D97-AF65-F5344CB8AC3E}">
        <p14:creationId xmlns:p14="http://schemas.microsoft.com/office/powerpoint/2010/main" val="31490135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50" cy="5454450"/>
          </a:xfrm>
          <a:prstGeom prst="rect">
            <a:avLst/>
          </a:prstGeom>
        </p:spPr>
        <p:txBody>
          <a:bodyPr spcFirstLastPara="1" wrap="square" lIns="243800" tIns="243800" rIns="243800" bIns="243800" anchor="ctr" anchorCtr="0">
            <a:normAutofit/>
          </a:bodyPr>
          <a:lstStyle>
            <a:lvl1pPr lvl="0">
              <a:spcBef>
                <a:spcPts val="0"/>
              </a:spcBef>
              <a:spcAft>
                <a:spcPts val="0"/>
              </a:spcAft>
              <a:buSzPts val="12800"/>
              <a:buNone/>
              <a:defRPr sz="6400"/>
            </a:lvl1pPr>
            <a:lvl2pPr lvl="1">
              <a:spcBef>
                <a:spcPts val="0"/>
              </a:spcBef>
              <a:spcAft>
                <a:spcPts val="0"/>
              </a:spcAft>
              <a:buSzPts val="12800"/>
              <a:buNone/>
              <a:defRPr sz="6400"/>
            </a:lvl2pPr>
            <a:lvl3pPr lvl="2">
              <a:spcBef>
                <a:spcPts val="0"/>
              </a:spcBef>
              <a:spcAft>
                <a:spcPts val="0"/>
              </a:spcAft>
              <a:buSzPts val="12800"/>
              <a:buNone/>
              <a:defRPr sz="6400"/>
            </a:lvl3pPr>
            <a:lvl4pPr lvl="3">
              <a:spcBef>
                <a:spcPts val="0"/>
              </a:spcBef>
              <a:spcAft>
                <a:spcPts val="0"/>
              </a:spcAft>
              <a:buSzPts val="12800"/>
              <a:buNone/>
              <a:defRPr sz="6400"/>
            </a:lvl4pPr>
            <a:lvl5pPr lvl="4">
              <a:spcBef>
                <a:spcPts val="0"/>
              </a:spcBef>
              <a:spcAft>
                <a:spcPts val="0"/>
              </a:spcAft>
              <a:buSzPts val="12800"/>
              <a:buNone/>
              <a:defRPr sz="6400"/>
            </a:lvl5pPr>
            <a:lvl6pPr lvl="5">
              <a:spcBef>
                <a:spcPts val="0"/>
              </a:spcBef>
              <a:spcAft>
                <a:spcPts val="0"/>
              </a:spcAft>
              <a:buSzPts val="12800"/>
              <a:buNone/>
              <a:defRPr sz="6400"/>
            </a:lvl6pPr>
            <a:lvl7pPr lvl="6">
              <a:spcBef>
                <a:spcPts val="0"/>
              </a:spcBef>
              <a:spcAft>
                <a:spcPts val="0"/>
              </a:spcAft>
              <a:buSzPts val="12800"/>
              <a:buNone/>
              <a:defRPr sz="6400"/>
            </a:lvl7pPr>
            <a:lvl8pPr lvl="7">
              <a:spcBef>
                <a:spcPts val="0"/>
              </a:spcBef>
              <a:spcAft>
                <a:spcPts val="0"/>
              </a:spcAft>
              <a:buSzPts val="12800"/>
              <a:buNone/>
              <a:defRPr sz="6400"/>
            </a:lvl8pPr>
            <a:lvl9pPr lvl="8">
              <a:spcBef>
                <a:spcPts val="0"/>
              </a:spcBef>
              <a:spcAft>
                <a:spcPts val="0"/>
              </a:spcAft>
              <a:buSzPts val="12800"/>
              <a:buNone/>
              <a:defRPr sz="6400"/>
            </a:lvl9pPr>
          </a:lstStyle>
          <a:p>
            <a:endParaRPr/>
          </a:p>
        </p:txBody>
      </p:sp>
      <p:sp>
        <p:nvSpPr>
          <p:cNvPr id="34" name="Google Shape;34;p8"/>
          <p:cNvSpPr txBox="1">
            <a:spLocks noGrp="1"/>
          </p:cNvSpPr>
          <p:nvPr>
            <p:ph type="sldNum" idx="12"/>
          </p:nvPr>
        </p:nvSpPr>
        <p:spPr>
          <a:xfrm>
            <a:off x="11296611" y="6217623"/>
            <a:ext cx="731550" cy="524850"/>
          </a:xfrm>
          <a:prstGeom prst="rect">
            <a:avLst/>
          </a:prstGeom>
        </p:spPr>
        <p:txBody>
          <a:bodyPr spcFirstLastPara="1" wrap="square" lIns="243800" tIns="243800" rIns="243800" bIns="2438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spcBef>
                <a:spcPts val="0"/>
              </a:spcBef>
              <a:spcAft>
                <a:spcPts val="0"/>
              </a:spcAft>
            </a:pPr>
            <a:fld id="{00000000-1234-1234-1234-123412341234}" type="slidenum">
              <a:rPr lang="en" smtClean="0"/>
              <a:pPr>
                <a:spcBef>
                  <a:spcPts val="0"/>
                </a:spcBef>
                <a:spcAft>
                  <a:spcPts val="0"/>
                </a:spcAft>
              </a:pPr>
              <a:t>‹#›</a:t>
            </a:fld>
            <a:endParaRPr lang="en"/>
          </a:p>
        </p:txBody>
      </p:sp>
    </p:spTree>
    <p:extLst>
      <p:ext uri="{BB962C8B-B14F-4D97-AF65-F5344CB8AC3E}">
        <p14:creationId xmlns:p14="http://schemas.microsoft.com/office/powerpoint/2010/main" val="7460680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354000" y="1644234"/>
            <a:ext cx="5393550" cy="1976400"/>
          </a:xfrm>
          <a:prstGeom prst="rect">
            <a:avLst/>
          </a:prstGeom>
        </p:spPr>
        <p:txBody>
          <a:bodyPr spcFirstLastPara="1" wrap="square" lIns="243800" tIns="243800" rIns="243800" bIns="243800" anchor="b" anchorCtr="0">
            <a:normAutofit/>
          </a:bodyPr>
          <a:lstStyle>
            <a:lvl1pPr lvl="0" algn="ctr">
              <a:spcBef>
                <a:spcPts val="0"/>
              </a:spcBef>
              <a:spcAft>
                <a:spcPts val="0"/>
              </a:spcAft>
              <a:buSzPts val="11200"/>
              <a:buNone/>
              <a:defRPr sz="5600"/>
            </a:lvl1pPr>
            <a:lvl2pPr lvl="1" algn="ctr">
              <a:spcBef>
                <a:spcPts val="0"/>
              </a:spcBef>
              <a:spcAft>
                <a:spcPts val="0"/>
              </a:spcAft>
              <a:buSzPts val="11200"/>
              <a:buNone/>
              <a:defRPr sz="5600"/>
            </a:lvl2pPr>
            <a:lvl3pPr lvl="2" algn="ctr">
              <a:spcBef>
                <a:spcPts val="0"/>
              </a:spcBef>
              <a:spcAft>
                <a:spcPts val="0"/>
              </a:spcAft>
              <a:buSzPts val="11200"/>
              <a:buNone/>
              <a:defRPr sz="5600"/>
            </a:lvl3pPr>
            <a:lvl4pPr lvl="3" algn="ctr">
              <a:spcBef>
                <a:spcPts val="0"/>
              </a:spcBef>
              <a:spcAft>
                <a:spcPts val="0"/>
              </a:spcAft>
              <a:buSzPts val="11200"/>
              <a:buNone/>
              <a:defRPr sz="5600"/>
            </a:lvl4pPr>
            <a:lvl5pPr lvl="4" algn="ctr">
              <a:spcBef>
                <a:spcPts val="0"/>
              </a:spcBef>
              <a:spcAft>
                <a:spcPts val="0"/>
              </a:spcAft>
              <a:buSzPts val="11200"/>
              <a:buNone/>
              <a:defRPr sz="5600"/>
            </a:lvl5pPr>
            <a:lvl6pPr lvl="5" algn="ctr">
              <a:spcBef>
                <a:spcPts val="0"/>
              </a:spcBef>
              <a:spcAft>
                <a:spcPts val="0"/>
              </a:spcAft>
              <a:buSzPts val="11200"/>
              <a:buNone/>
              <a:defRPr sz="5600"/>
            </a:lvl6pPr>
            <a:lvl7pPr lvl="6" algn="ctr">
              <a:spcBef>
                <a:spcPts val="0"/>
              </a:spcBef>
              <a:spcAft>
                <a:spcPts val="0"/>
              </a:spcAft>
              <a:buSzPts val="11200"/>
              <a:buNone/>
              <a:defRPr sz="5600"/>
            </a:lvl7pPr>
            <a:lvl8pPr lvl="7" algn="ctr">
              <a:spcBef>
                <a:spcPts val="0"/>
              </a:spcBef>
              <a:spcAft>
                <a:spcPts val="0"/>
              </a:spcAft>
              <a:buSzPts val="11200"/>
              <a:buNone/>
              <a:defRPr sz="5600"/>
            </a:lvl8pPr>
            <a:lvl9pPr lvl="8" algn="ctr">
              <a:spcBef>
                <a:spcPts val="0"/>
              </a:spcBef>
              <a:spcAft>
                <a:spcPts val="0"/>
              </a:spcAft>
              <a:buSzPts val="11200"/>
              <a:buNone/>
              <a:defRPr sz="5600"/>
            </a:lvl9pPr>
          </a:lstStyle>
          <a:p>
            <a:endParaRPr/>
          </a:p>
        </p:txBody>
      </p:sp>
      <p:sp>
        <p:nvSpPr>
          <p:cNvPr id="38" name="Google Shape;38;p9"/>
          <p:cNvSpPr txBox="1">
            <a:spLocks noGrp="1"/>
          </p:cNvSpPr>
          <p:nvPr>
            <p:ph type="subTitle" idx="1"/>
          </p:nvPr>
        </p:nvSpPr>
        <p:spPr>
          <a:xfrm>
            <a:off x="354000" y="3737434"/>
            <a:ext cx="5393550" cy="1646850"/>
          </a:xfrm>
          <a:prstGeom prst="rect">
            <a:avLst/>
          </a:prstGeom>
        </p:spPr>
        <p:txBody>
          <a:bodyPr spcFirstLastPara="1" wrap="square" lIns="243800" tIns="243800" rIns="243800" bIns="243800" anchor="t" anchorCtr="0">
            <a:normAutofit/>
          </a:bodyPr>
          <a:lstStyle>
            <a:lvl1pPr lvl="0" algn="ctr">
              <a:lnSpc>
                <a:spcPct val="100000"/>
              </a:lnSpc>
              <a:spcBef>
                <a:spcPts val="0"/>
              </a:spcBef>
              <a:spcAft>
                <a:spcPts val="0"/>
              </a:spcAft>
              <a:buSzPts val="5600"/>
              <a:buNone/>
              <a:defRPr sz="2800"/>
            </a:lvl1pPr>
            <a:lvl2pPr lvl="1" algn="ctr">
              <a:lnSpc>
                <a:spcPct val="100000"/>
              </a:lnSpc>
              <a:spcBef>
                <a:spcPts val="0"/>
              </a:spcBef>
              <a:spcAft>
                <a:spcPts val="0"/>
              </a:spcAft>
              <a:buSzPts val="5600"/>
              <a:buNone/>
              <a:defRPr sz="2800"/>
            </a:lvl2pPr>
            <a:lvl3pPr lvl="2" algn="ctr">
              <a:lnSpc>
                <a:spcPct val="100000"/>
              </a:lnSpc>
              <a:spcBef>
                <a:spcPts val="0"/>
              </a:spcBef>
              <a:spcAft>
                <a:spcPts val="0"/>
              </a:spcAft>
              <a:buSzPts val="5600"/>
              <a:buNone/>
              <a:defRPr sz="2800"/>
            </a:lvl3pPr>
            <a:lvl4pPr lvl="3" algn="ctr">
              <a:lnSpc>
                <a:spcPct val="100000"/>
              </a:lnSpc>
              <a:spcBef>
                <a:spcPts val="0"/>
              </a:spcBef>
              <a:spcAft>
                <a:spcPts val="0"/>
              </a:spcAft>
              <a:buSzPts val="5600"/>
              <a:buNone/>
              <a:defRPr sz="2800"/>
            </a:lvl4pPr>
            <a:lvl5pPr lvl="4" algn="ctr">
              <a:lnSpc>
                <a:spcPct val="100000"/>
              </a:lnSpc>
              <a:spcBef>
                <a:spcPts val="0"/>
              </a:spcBef>
              <a:spcAft>
                <a:spcPts val="0"/>
              </a:spcAft>
              <a:buSzPts val="5600"/>
              <a:buNone/>
              <a:defRPr sz="2800"/>
            </a:lvl5pPr>
            <a:lvl6pPr lvl="5" algn="ctr">
              <a:lnSpc>
                <a:spcPct val="100000"/>
              </a:lnSpc>
              <a:spcBef>
                <a:spcPts val="0"/>
              </a:spcBef>
              <a:spcAft>
                <a:spcPts val="0"/>
              </a:spcAft>
              <a:buSzPts val="5600"/>
              <a:buNone/>
              <a:defRPr sz="2800"/>
            </a:lvl6pPr>
            <a:lvl7pPr lvl="6" algn="ctr">
              <a:lnSpc>
                <a:spcPct val="100000"/>
              </a:lnSpc>
              <a:spcBef>
                <a:spcPts val="0"/>
              </a:spcBef>
              <a:spcAft>
                <a:spcPts val="0"/>
              </a:spcAft>
              <a:buSzPts val="5600"/>
              <a:buNone/>
              <a:defRPr sz="2800"/>
            </a:lvl7pPr>
            <a:lvl8pPr lvl="7" algn="ctr">
              <a:lnSpc>
                <a:spcPct val="100000"/>
              </a:lnSpc>
              <a:spcBef>
                <a:spcPts val="0"/>
              </a:spcBef>
              <a:spcAft>
                <a:spcPts val="0"/>
              </a:spcAft>
              <a:buSzPts val="5600"/>
              <a:buNone/>
              <a:defRPr sz="2800"/>
            </a:lvl8pPr>
            <a:lvl9pPr lvl="8" algn="ctr">
              <a:lnSpc>
                <a:spcPct val="100000"/>
              </a:lnSpc>
              <a:spcBef>
                <a:spcPts val="0"/>
              </a:spcBef>
              <a:spcAft>
                <a:spcPts val="0"/>
              </a:spcAft>
              <a:buSzPts val="5600"/>
              <a:buNone/>
              <a:defRPr sz="2800"/>
            </a:lvl9pPr>
          </a:lstStyle>
          <a:p>
            <a:endParaRPr/>
          </a:p>
        </p:txBody>
      </p:sp>
      <p:sp>
        <p:nvSpPr>
          <p:cNvPr id="39" name="Google Shape;39;p9"/>
          <p:cNvSpPr txBox="1">
            <a:spLocks noGrp="1"/>
          </p:cNvSpPr>
          <p:nvPr>
            <p:ph type="body" idx="2"/>
          </p:nvPr>
        </p:nvSpPr>
        <p:spPr>
          <a:xfrm>
            <a:off x="6586000" y="965434"/>
            <a:ext cx="5116050" cy="4926750"/>
          </a:xfrm>
          <a:prstGeom prst="rect">
            <a:avLst/>
          </a:prstGeom>
        </p:spPr>
        <p:txBody>
          <a:bodyPr spcFirstLastPara="1" wrap="square" lIns="243800" tIns="243800" rIns="243800" bIns="243800" anchor="ctr" anchorCtr="0">
            <a:normAutofit/>
          </a:bodyPr>
          <a:lstStyle>
            <a:lvl1pPr marL="228600" lvl="0" indent="-266700">
              <a:spcBef>
                <a:spcPts val="0"/>
              </a:spcBef>
              <a:spcAft>
                <a:spcPts val="0"/>
              </a:spcAft>
              <a:buSzPts val="4800"/>
              <a:buChar char="●"/>
              <a:defRPr/>
            </a:lvl1pPr>
            <a:lvl2pPr marL="457200" lvl="1" indent="-231775">
              <a:spcBef>
                <a:spcPts val="0"/>
              </a:spcBef>
              <a:spcAft>
                <a:spcPts val="0"/>
              </a:spcAft>
              <a:buSzPts val="3700"/>
              <a:buChar char="○"/>
              <a:defRPr/>
            </a:lvl2pPr>
            <a:lvl3pPr marL="685800" lvl="2" indent="-231775">
              <a:spcBef>
                <a:spcPts val="0"/>
              </a:spcBef>
              <a:spcAft>
                <a:spcPts val="0"/>
              </a:spcAft>
              <a:buSzPts val="3700"/>
              <a:buChar char="■"/>
              <a:defRPr/>
            </a:lvl3pPr>
            <a:lvl4pPr marL="914400" lvl="3" indent="-231775">
              <a:spcBef>
                <a:spcPts val="0"/>
              </a:spcBef>
              <a:spcAft>
                <a:spcPts val="0"/>
              </a:spcAft>
              <a:buSzPts val="3700"/>
              <a:buChar char="●"/>
              <a:defRPr/>
            </a:lvl4pPr>
            <a:lvl5pPr marL="1143000" lvl="4" indent="-231775">
              <a:spcBef>
                <a:spcPts val="0"/>
              </a:spcBef>
              <a:spcAft>
                <a:spcPts val="0"/>
              </a:spcAft>
              <a:buSzPts val="3700"/>
              <a:buChar char="○"/>
              <a:defRPr/>
            </a:lvl5pPr>
            <a:lvl6pPr marL="1371600" lvl="5" indent="-231775">
              <a:spcBef>
                <a:spcPts val="0"/>
              </a:spcBef>
              <a:spcAft>
                <a:spcPts val="0"/>
              </a:spcAft>
              <a:buSzPts val="3700"/>
              <a:buChar char="■"/>
              <a:defRPr/>
            </a:lvl6pPr>
            <a:lvl7pPr marL="1600200" lvl="6" indent="-231775">
              <a:spcBef>
                <a:spcPts val="0"/>
              </a:spcBef>
              <a:spcAft>
                <a:spcPts val="0"/>
              </a:spcAft>
              <a:buSzPts val="3700"/>
              <a:buChar char="●"/>
              <a:defRPr/>
            </a:lvl7pPr>
            <a:lvl8pPr marL="1828800" lvl="7" indent="-231775">
              <a:spcBef>
                <a:spcPts val="0"/>
              </a:spcBef>
              <a:spcAft>
                <a:spcPts val="0"/>
              </a:spcAft>
              <a:buSzPts val="3700"/>
              <a:buChar char="○"/>
              <a:defRPr/>
            </a:lvl8pPr>
            <a:lvl9pPr marL="2057400" lvl="8" indent="-231775">
              <a:spcBef>
                <a:spcPts val="0"/>
              </a:spcBef>
              <a:spcAft>
                <a:spcPts val="0"/>
              </a:spcAft>
              <a:buSzPts val="3700"/>
              <a:buChar char="■"/>
              <a:defRPr/>
            </a:lvl9pPr>
          </a:lstStyle>
          <a:p>
            <a:endParaRPr/>
          </a:p>
        </p:txBody>
      </p:sp>
      <p:sp>
        <p:nvSpPr>
          <p:cNvPr id="40" name="Google Shape;40;p9"/>
          <p:cNvSpPr txBox="1">
            <a:spLocks noGrp="1"/>
          </p:cNvSpPr>
          <p:nvPr>
            <p:ph type="sldNum" idx="12"/>
          </p:nvPr>
        </p:nvSpPr>
        <p:spPr>
          <a:xfrm>
            <a:off x="11296611" y="6217623"/>
            <a:ext cx="731550" cy="524850"/>
          </a:xfrm>
          <a:prstGeom prst="rect">
            <a:avLst/>
          </a:prstGeom>
        </p:spPr>
        <p:txBody>
          <a:bodyPr spcFirstLastPara="1" wrap="square" lIns="243800" tIns="243800" rIns="243800" bIns="2438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spcBef>
                <a:spcPts val="0"/>
              </a:spcBef>
              <a:spcAft>
                <a:spcPts val="0"/>
              </a:spcAft>
            </a:pPr>
            <a:fld id="{00000000-1234-1234-1234-123412341234}" type="slidenum">
              <a:rPr lang="en" smtClean="0"/>
              <a:pPr>
                <a:spcBef>
                  <a:spcPts val="0"/>
                </a:spcBef>
                <a:spcAft>
                  <a:spcPts val="0"/>
                </a:spcAft>
              </a:pPr>
              <a:t>‹#›</a:t>
            </a:fld>
            <a:endParaRPr lang="en"/>
          </a:p>
        </p:txBody>
      </p:sp>
    </p:spTree>
    <p:extLst>
      <p:ext uri="{BB962C8B-B14F-4D97-AF65-F5344CB8AC3E}">
        <p14:creationId xmlns:p14="http://schemas.microsoft.com/office/powerpoint/2010/main" val="268587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50" cy="806850"/>
          </a:xfrm>
          <a:prstGeom prst="rect">
            <a:avLst/>
          </a:prstGeom>
        </p:spPr>
        <p:txBody>
          <a:bodyPr spcFirstLastPara="1" wrap="square" lIns="243800" tIns="243800" rIns="243800" bIns="243800" anchor="ctr" anchorCtr="0">
            <a:normAutofit/>
          </a:bodyPr>
          <a:lstStyle>
            <a:lvl1pPr marL="228600" lvl="0" indent="-114300">
              <a:lnSpc>
                <a:spcPct val="100000"/>
              </a:lnSpc>
              <a:spcBef>
                <a:spcPts val="0"/>
              </a:spcBef>
              <a:spcAft>
                <a:spcPts val="0"/>
              </a:spcAft>
              <a:buSzPts val="4800"/>
              <a:buNone/>
              <a:defRPr/>
            </a:lvl1pPr>
          </a:lstStyle>
          <a:p>
            <a:endParaRPr/>
          </a:p>
        </p:txBody>
      </p:sp>
      <p:sp>
        <p:nvSpPr>
          <p:cNvPr id="43" name="Google Shape;43;p10"/>
          <p:cNvSpPr txBox="1">
            <a:spLocks noGrp="1"/>
          </p:cNvSpPr>
          <p:nvPr>
            <p:ph type="sldNum" idx="12"/>
          </p:nvPr>
        </p:nvSpPr>
        <p:spPr>
          <a:xfrm>
            <a:off x="11296611" y="6217623"/>
            <a:ext cx="731550" cy="524850"/>
          </a:xfrm>
          <a:prstGeom prst="rect">
            <a:avLst/>
          </a:prstGeom>
        </p:spPr>
        <p:txBody>
          <a:bodyPr spcFirstLastPara="1" wrap="square" lIns="243800" tIns="243800" rIns="243800" bIns="2438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spcBef>
                <a:spcPts val="0"/>
              </a:spcBef>
              <a:spcAft>
                <a:spcPts val="0"/>
              </a:spcAft>
            </a:pPr>
            <a:fld id="{00000000-1234-1234-1234-123412341234}" type="slidenum">
              <a:rPr lang="en" smtClean="0"/>
              <a:pPr>
                <a:spcBef>
                  <a:spcPts val="0"/>
                </a:spcBef>
                <a:spcAft>
                  <a:spcPts val="0"/>
                </a:spcAft>
              </a:pPr>
              <a:t>‹#›</a:t>
            </a:fld>
            <a:endParaRPr lang="en"/>
          </a:p>
        </p:txBody>
      </p:sp>
    </p:spTree>
    <p:extLst>
      <p:ext uri="{BB962C8B-B14F-4D97-AF65-F5344CB8AC3E}">
        <p14:creationId xmlns:p14="http://schemas.microsoft.com/office/powerpoint/2010/main" val="32728893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4"/>
            <a:ext cx="11360850" cy="2617950"/>
          </a:xfrm>
          <a:prstGeom prst="rect">
            <a:avLst/>
          </a:prstGeom>
        </p:spPr>
        <p:txBody>
          <a:bodyPr spcFirstLastPara="1" wrap="square" lIns="243800" tIns="243800" rIns="243800" bIns="243800" anchor="b" anchorCtr="0">
            <a:normAutofit/>
          </a:bodyPr>
          <a:lstStyle>
            <a:lvl1pPr lvl="0" algn="ctr">
              <a:spcBef>
                <a:spcPts val="0"/>
              </a:spcBef>
              <a:spcAft>
                <a:spcPts val="0"/>
              </a:spcAft>
              <a:buSzPts val="32000"/>
              <a:buNone/>
              <a:defRPr sz="16000"/>
            </a:lvl1pPr>
            <a:lvl2pPr lvl="1" algn="ctr">
              <a:spcBef>
                <a:spcPts val="0"/>
              </a:spcBef>
              <a:spcAft>
                <a:spcPts val="0"/>
              </a:spcAft>
              <a:buSzPts val="32000"/>
              <a:buNone/>
              <a:defRPr sz="16000"/>
            </a:lvl2pPr>
            <a:lvl3pPr lvl="2" algn="ctr">
              <a:spcBef>
                <a:spcPts val="0"/>
              </a:spcBef>
              <a:spcAft>
                <a:spcPts val="0"/>
              </a:spcAft>
              <a:buSzPts val="32000"/>
              <a:buNone/>
              <a:defRPr sz="16000"/>
            </a:lvl3pPr>
            <a:lvl4pPr lvl="3" algn="ctr">
              <a:spcBef>
                <a:spcPts val="0"/>
              </a:spcBef>
              <a:spcAft>
                <a:spcPts val="0"/>
              </a:spcAft>
              <a:buSzPts val="32000"/>
              <a:buNone/>
              <a:defRPr sz="16000"/>
            </a:lvl4pPr>
            <a:lvl5pPr lvl="4" algn="ctr">
              <a:spcBef>
                <a:spcPts val="0"/>
              </a:spcBef>
              <a:spcAft>
                <a:spcPts val="0"/>
              </a:spcAft>
              <a:buSzPts val="32000"/>
              <a:buNone/>
              <a:defRPr sz="16000"/>
            </a:lvl5pPr>
            <a:lvl6pPr lvl="5" algn="ctr">
              <a:spcBef>
                <a:spcPts val="0"/>
              </a:spcBef>
              <a:spcAft>
                <a:spcPts val="0"/>
              </a:spcAft>
              <a:buSzPts val="32000"/>
              <a:buNone/>
              <a:defRPr sz="16000"/>
            </a:lvl6pPr>
            <a:lvl7pPr lvl="6" algn="ctr">
              <a:spcBef>
                <a:spcPts val="0"/>
              </a:spcBef>
              <a:spcAft>
                <a:spcPts val="0"/>
              </a:spcAft>
              <a:buSzPts val="32000"/>
              <a:buNone/>
              <a:defRPr sz="16000"/>
            </a:lvl7pPr>
            <a:lvl8pPr lvl="7" algn="ctr">
              <a:spcBef>
                <a:spcPts val="0"/>
              </a:spcBef>
              <a:spcAft>
                <a:spcPts val="0"/>
              </a:spcAft>
              <a:buSzPts val="32000"/>
              <a:buNone/>
              <a:defRPr sz="16000"/>
            </a:lvl8pPr>
            <a:lvl9pPr lvl="8" algn="ctr">
              <a:spcBef>
                <a:spcPts val="0"/>
              </a:spcBef>
              <a:spcAft>
                <a:spcPts val="0"/>
              </a:spcAft>
              <a:buSzPts val="32000"/>
              <a:buNone/>
              <a:defRPr sz="16000"/>
            </a:lvl9pPr>
          </a:lstStyle>
          <a:p>
            <a:r>
              <a:t>xx%</a:t>
            </a:r>
          </a:p>
        </p:txBody>
      </p:sp>
      <p:sp>
        <p:nvSpPr>
          <p:cNvPr id="46" name="Google Shape;46;p11"/>
          <p:cNvSpPr txBox="1">
            <a:spLocks noGrp="1"/>
          </p:cNvSpPr>
          <p:nvPr>
            <p:ph type="body" idx="1"/>
          </p:nvPr>
        </p:nvSpPr>
        <p:spPr>
          <a:xfrm>
            <a:off x="415600" y="4202967"/>
            <a:ext cx="11360850" cy="1734450"/>
          </a:xfrm>
          <a:prstGeom prst="rect">
            <a:avLst/>
          </a:prstGeom>
        </p:spPr>
        <p:txBody>
          <a:bodyPr spcFirstLastPara="1" wrap="square" lIns="243800" tIns="243800" rIns="243800" bIns="243800" anchor="t" anchorCtr="0">
            <a:normAutofit/>
          </a:bodyPr>
          <a:lstStyle>
            <a:lvl1pPr marL="228600" lvl="0" indent="-266700" algn="ctr">
              <a:spcBef>
                <a:spcPts val="0"/>
              </a:spcBef>
              <a:spcAft>
                <a:spcPts val="0"/>
              </a:spcAft>
              <a:buSzPts val="4800"/>
              <a:buChar char="●"/>
              <a:defRPr/>
            </a:lvl1pPr>
            <a:lvl2pPr marL="457200" lvl="1" indent="-231775" algn="ctr">
              <a:spcBef>
                <a:spcPts val="0"/>
              </a:spcBef>
              <a:spcAft>
                <a:spcPts val="0"/>
              </a:spcAft>
              <a:buSzPts val="3700"/>
              <a:buChar char="○"/>
              <a:defRPr/>
            </a:lvl2pPr>
            <a:lvl3pPr marL="685800" lvl="2" indent="-231775" algn="ctr">
              <a:spcBef>
                <a:spcPts val="0"/>
              </a:spcBef>
              <a:spcAft>
                <a:spcPts val="0"/>
              </a:spcAft>
              <a:buSzPts val="3700"/>
              <a:buChar char="■"/>
              <a:defRPr/>
            </a:lvl3pPr>
            <a:lvl4pPr marL="914400" lvl="3" indent="-231775" algn="ctr">
              <a:spcBef>
                <a:spcPts val="0"/>
              </a:spcBef>
              <a:spcAft>
                <a:spcPts val="0"/>
              </a:spcAft>
              <a:buSzPts val="3700"/>
              <a:buChar char="●"/>
              <a:defRPr/>
            </a:lvl4pPr>
            <a:lvl5pPr marL="1143000" lvl="4" indent="-231775" algn="ctr">
              <a:spcBef>
                <a:spcPts val="0"/>
              </a:spcBef>
              <a:spcAft>
                <a:spcPts val="0"/>
              </a:spcAft>
              <a:buSzPts val="3700"/>
              <a:buChar char="○"/>
              <a:defRPr/>
            </a:lvl5pPr>
            <a:lvl6pPr marL="1371600" lvl="5" indent="-231775" algn="ctr">
              <a:spcBef>
                <a:spcPts val="0"/>
              </a:spcBef>
              <a:spcAft>
                <a:spcPts val="0"/>
              </a:spcAft>
              <a:buSzPts val="3700"/>
              <a:buChar char="■"/>
              <a:defRPr/>
            </a:lvl6pPr>
            <a:lvl7pPr marL="1600200" lvl="6" indent="-231775" algn="ctr">
              <a:spcBef>
                <a:spcPts val="0"/>
              </a:spcBef>
              <a:spcAft>
                <a:spcPts val="0"/>
              </a:spcAft>
              <a:buSzPts val="3700"/>
              <a:buChar char="●"/>
              <a:defRPr/>
            </a:lvl7pPr>
            <a:lvl8pPr marL="1828800" lvl="7" indent="-231775" algn="ctr">
              <a:spcBef>
                <a:spcPts val="0"/>
              </a:spcBef>
              <a:spcAft>
                <a:spcPts val="0"/>
              </a:spcAft>
              <a:buSzPts val="3700"/>
              <a:buChar char="○"/>
              <a:defRPr/>
            </a:lvl8pPr>
            <a:lvl9pPr marL="2057400" lvl="8" indent="-231775" algn="ctr">
              <a:spcBef>
                <a:spcPts val="0"/>
              </a:spcBef>
              <a:spcAft>
                <a:spcPts val="0"/>
              </a:spcAft>
              <a:buSzPts val="3700"/>
              <a:buChar char="■"/>
              <a:defRPr/>
            </a:lvl9pPr>
          </a:lstStyle>
          <a:p>
            <a:endParaRPr/>
          </a:p>
        </p:txBody>
      </p:sp>
      <p:sp>
        <p:nvSpPr>
          <p:cNvPr id="47" name="Google Shape;47;p11"/>
          <p:cNvSpPr txBox="1">
            <a:spLocks noGrp="1"/>
          </p:cNvSpPr>
          <p:nvPr>
            <p:ph type="sldNum" idx="12"/>
          </p:nvPr>
        </p:nvSpPr>
        <p:spPr>
          <a:xfrm>
            <a:off x="11296611" y="6217623"/>
            <a:ext cx="731550" cy="524850"/>
          </a:xfrm>
          <a:prstGeom prst="rect">
            <a:avLst/>
          </a:prstGeom>
        </p:spPr>
        <p:txBody>
          <a:bodyPr spcFirstLastPara="1" wrap="square" lIns="243800" tIns="243800" rIns="243800" bIns="2438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spcBef>
                <a:spcPts val="0"/>
              </a:spcBef>
              <a:spcAft>
                <a:spcPts val="0"/>
              </a:spcAft>
            </a:pPr>
            <a:fld id="{00000000-1234-1234-1234-123412341234}" type="slidenum">
              <a:rPr lang="en" smtClean="0"/>
              <a:pPr>
                <a:spcBef>
                  <a:spcPts val="0"/>
                </a:spcBef>
                <a:spcAft>
                  <a:spcPts val="0"/>
                </a:spcAft>
              </a:pPr>
              <a:t>‹#›</a:t>
            </a:fld>
            <a:endParaRPr lang="en"/>
          </a:p>
        </p:txBody>
      </p:sp>
    </p:spTree>
    <p:extLst>
      <p:ext uri="{BB962C8B-B14F-4D97-AF65-F5344CB8AC3E}">
        <p14:creationId xmlns:p14="http://schemas.microsoft.com/office/powerpoint/2010/main" val="28671627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550" cy="524850"/>
          </a:xfrm>
          <a:prstGeom prst="rect">
            <a:avLst/>
          </a:prstGeom>
        </p:spPr>
        <p:txBody>
          <a:bodyPr spcFirstLastPara="1" wrap="square" lIns="243800" tIns="243800" rIns="243800" bIns="2438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spcBef>
                <a:spcPts val="0"/>
              </a:spcBef>
              <a:spcAft>
                <a:spcPts val="0"/>
              </a:spcAft>
            </a:pPr>
            <a:fld id="{00000000-1234-1234-1234-123412341234}" type="slidenum">
              <a:rPr lang="en" smtClean="0"/>
              <a:pPr>
                <a:spcBef>
                  <a:spcPts val="0"/>
                </a:spcBef>
                <a:spcAft>
                  <a:spcPts val="0"/>
                </a:spcAft>
              </a:pPr>
              <a:t>‹#›</a:t>
            </a:fld>
            <a:endParaRPr lang="en"/>
          </a:p>
        </p:txBody>
      </p:sp>
    </p:spTree>
    <p:extLst>
      <p:ext uri="{BB962C8B-B14F-4D97-AF65-F5344CB8AC3E}">
        <p14:creationId xmlns:p14="http://schemas.microsoft.com/office/powerpoint/2010/main" val="33945228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ustom layout">
  <p:cSld name="Custom layout">
    <p:bg>
      <p:bgPr>
        <a:solidFill>
          <a:srgbClr val="FFFFFF"/>
        </a:solidFill>
        <a:effectLst/>
      </p:bgPr>
    </p:bg>
    <p:spTree>
      <p:nvGrpSpPr>
        <p:cNvPr id="1" name="Shape 50"/>
        <p:cNvGrpSpPr/>
        <p:nvPr/>
      </p:nvGrpSpPr>
      <p:grpSpPr>
        <a:xfrm>
          <a:off x="0" y="0"/>
          <a:ext cx="0" cy="0"/>
          <a:chOff x="0" y="0"/>
          <a:chExt cx="0" cy="0"/>
        </a:xfrm>
      </p:grpSpPr>
      <p:sp>
        <p:nvSpPr>
          <p:cNvPr id="51" name="Google Shape;51;p13"/>
          <p:cNvSpPr/>
          <p:nvPr/>
        </p:nvSpPr>
        <p:spPr>
          <a:xfrm>
            <a:off x="0" y="0"/>
            <a:ext cx="12192000" cy="6858000"/>
          </a:xfrm>
          <a:prstGeom prst="rect">
            <a:avLst/>
          </a:pr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2" name="Google Shape;52;p13"/>
          <p:cNvSpPr txBox="1">
            <a:spLocks noGrp="1"/>
          </p:cNvSpPr>
          <p:nvPr>
            <p:ph type="title"/>
          </p:nvPr>
        </p:nvSpPr>
        <p:spPr>
          <a:xfrm>
            <a:off x="407267" y="91667"/>
            <a:ext cx="4098000" cy="711150"/>
          </a:xfrm>
          <a:prstGeom prst="rect">
            <a:avLst/>
          </a:prstGeom>
          <a:noFill/>
        </p:spPr>
        <p:txBody>
          <a:bodyPr spcFirstLastPara="1" wrap="square" lIns="243800" tIns="243800" rIns="243800" bIns="243800" anchor="t" anchorCtr="0">
            <a:normAutofit/>
          </a:bodyPr>
          <a:lstStyle>
            <a:lvl1pPr lvl="0" algn="l">
              <a:lnSpc>
                <a:spcPct val="100000"/>
              </a:lnSpc>
              <a:spcBef>
                <a:spcPts val="0"/>
              </a:spcBef>
              <a:spcAft>
                <a:spcPts val="0"/>
              </a:spcAft>
              <a:buClr>
                <a:srgbClr val="434343"/>
              </a:buClr>
              <a:buSzPts val="6400"/>
              <a:buFont typeface="Roboto"/>
              <a:buNone/>
              <a:defRPr sz="3200">
                <a:solidFill>
                  <a:srgbClr val="434343"/>
                </a:solidFill>
                <a:latin typeface="Roboto"/>
                <a:ea typeface="Roboto"/>
                <a:cs typeface="Roboto"/>
                <a:sym typeface="Roboto"/>
              </a:defRPr>
            </a:lvl1pPr>
            <a:lvl2pPr lvl="1" algn="l">
              <a:lnSpc>
                <a:spcPct val="100000"/>
              </a:lnSpc>
              <a:spcBef>
                <a:spcPts val="0"/>
              </a:spcBef>
              <a:spcAft>
                <a:spcPts val="0"/>
              </a:spcAft>
              <a:buClr>
                <a:srgbClr val="434343"/>
              </a:buClr>
              <a:buSzPts val="6400"/>
              <a:buFont typeface="Roboto"/>
              <a:buNone/>
              <a:defRPr sz="3200">
                <a:solidFill>
                  <a:srgbClr val="434343"/>
                </a:solidFill>
                <a:latin typeface="Roboto"/>
                <a:ea typeface="Roboto"/>
                <a:cs typeface="Roboto"/>
                <a:sym typeface="Roboto"/>
              </a:defRPr>
            </a:lvl2pPr>
            <a:lvl3pPr lvl="2" algn="l">
              <a:lnSpc>
                <a:spcPct val="100000"/>
              </a:lnSpc>
              <a:spcBef>
                <a:spcPts val="0"/>
              </a:spcBef>
              <a:spcAft>
                <a:spcPts val="0"/>
              </a:spcAft>
              <a:buClr>
                <a:srgbClr val="434343"/>
              </a:buClr>
              <a:buSzPts val="6400"/>
              <a:buFont typeface="Roboto"/>
              <a:buNone/>
              <a:defRPr sz="3200">
                <a:solidFill>
                  <a:srgbClr val="434343"/>
                </a:solidFill>
                <a:latin typeface="Roboto"/>
                <a:ea typeface="Roboto"/>
                <a:cs typeface="Roboto"/>
                <a:sym typeface="Roboto"/>
              </a:defRPr>
            </a:lvl3pPr>
            <a:lvl4pPr lvl="3" algn="l">
              <a:lnSpc>
                <a:spcPct val="100000"/>
              </a:lnSpc>
              <a:spcBef>
                <a:spcPts val="0"/>
              </a:spcBef>
              <a:spcAft>
                <a:spcPts val="0"/>
              </a:spcAft>
              <a:buClr>
                <a:srgbClr val="434343"/>
              </a:buClr>
              <a:buSzPts val="6400"/>
              <a:buFont typeface="Roboto"/>
              <a:buNone/>
              <a:defRPr sz="3200">
                <a:solidFill>
                  <a:srgbClr val="434343"/>
                </a:solidFill>
                <a:latin typeface="Roboto"/>
                <a:ea typeface="Roboto"/>
                <a:cs typeface="Roboto"/>
                <a:sym typeface="Roboto"/>
              </a:defRPr>
            </a:lvl4pPr>
            <a:lvl5pPr lvl="4" algn="l">
              <a:lnSpc>
                <a:spcPct val="100000"/>
              </a:lnSpc>
              <a:spcBef>
                <a:spcPts val="0"/>
              </a:spcBef>
              <a:spcAft>
                <a:spcPts val="0"/>
              </a:spcAft>
              <a:buClr>
                <a:srgbClr val="434343"/>
              </a:buClr>
              <a:buSzPts val="6400"/>
              <a:buFont typeface="Roboto"/>
              <a:buNone/>
              <a:defRPr sz="3200">
                <a:solidFill>
                  <a:srgbClr val="434343"/>
                </a:solidFill>
                <a:latin typeface="Roboto"/>
                <a:ea typeface="Roboto"/>
                <a:cs typeface="Roboto"/>
                <a:sym typeface="Roboto"/>
              </a:defRPr>
            </a:lvl5pPr>
            <a:lvl6pPr lvl="5" algn="l">
              <a:lnSpc>
                <a:spcPct val="100000"/>
              </a:lnSpc>
              <a:spcBef>
                <a:spcPts val="0"/>
              </a:spcBef>
              <a:spcAft>
                <a:spcPts val="0"/>
              </a:spcAft>
              <a:buClr>
                <a:srgbClr val="434343"/>
              </a:buClr>
              <a:buSzPts val="6400"/>
              <a:buFont typeface="Roboto"/>
              <a:buNone/>
              <a:defRPr sz="3200">
                <a:solidFill>
                  <a:srgbClr val="434343"/>
                </a:solidFill>
                <a:latin typeface="Roboto"/>
                <a:ea typeface="Roboto"/>
                <a:cs typeface="Roboto"/>
                <a:sym typeface="Roboto"/>
              </a:defRPr>
            </a:lvl6pPr>
            <a:lvl7pPr lvl="6" algn="l">
              <a:lnSpc>
                <a:spcPct val="100000"/>
              </a:lnSpc>
              <a:spcBef>
                <a:spcPts val="0"/>
              </a:spcBef>
              <a:spcAft>
                <a:spcPts val="0"/>
              </a:spcAft>
              <a:buClr>
                <a:srgbClr val="434343"/>
              </a:buClr>
              <a:buSzPts val="6400"/>
              <a:buFont typeface="Roboto"/>
              <a:buNone/>
              <a:defRPr sz="3200">
                <a:solidFill>
                  <a:srgbClr val="434343"/>
                </a:solidFill>
                <a:latin typeface="Roboto"/>
                <a:ea typeface="Roboto"/>
                <a:cs typeface="Roboto"/>
                <a:sym typeface="Roboto"/>
              </a:defRPr>
            </a:lvl7pPr>
            <a:lvl8pPr lvl="7" algn="l">
              <a:lnSpc>
                <a:spcPct val="100000"/>
              </a:lnSpc>
              <a:spcBef>
                <a:spcPts val="0"/>
              </a:spcBef>
              <a:spcAft>
                <a:spcPts val="0"/>
              </a:spcAft>
              <a:buClr>
                <a:srgbClr val="434343"/>
              </a:buClr>
              <a:buSzPts val="6400"/>
              <a:buFont typeface="Roboto"/>
              <a:buNone/>
              <a:defRPr sz="3200">
                <a:solidFill>
                  <a:srgbClr val="434343"/>
                </a:solidFill>
                <a:latin typeface="Roboto"/>
                <a:ea typeface="Roboto"/>
                <a:cs typeface="Roboto"/>
                <a:sym typeface="Roboto"/>
              </a:defRPr>
            </a:lvl8pPr>
            <a:lvl9pPr lvl="8" algn="l">
              <a:lnSpc>
                <a:spcPct val="100000"/>
              </a:lnSpc>
              <a:spcBef>
                <a:spcPts val="0"/>
              </a:spcBef>
              <a:spcAft>
                <a:spcPts val="0"/>
              </a:spcAft>
              <a:buClr>
                <a:srgbClr val="434343"/>
              </a:buClr>
              <a:buSzPts val="6400"/>
              <a:buFont typeface="Roboto"/>
              <a:buNone/>
              <a:defRPr sz="3200">
                <a:solidFill>
                  <a:srgbClr val="434343"/>
                </a:solidFill>
                <a:latin typeface="Roboto"/>
                <a:ea typeface="Roboto"/>
                <a:cs typeface="Roboto"/>
                <a:sym typeface="Roboto"/>
              </a:defRPr>
            </a:lvl9pPr>
          </a:lstStyle>
          <a:p>
            <a:endParaRPr/>
          </a:p>
        </p:txBody>
      </p:sp>
      <p:sp>
        <p:nvSpPr>
          <p:cNvPr id="53" name="Google Shape;53;p13"/>
          <p:cNvSpPr txBox="1">
            <a:spLocks noGrp="1"/>
          </p:cNvSpPr>
          <p:nvPr>
            <p:ph type="body" idx="1"/>
          </p:nvPr>
        </p:nvSpPr>
        <p:spPr>
          <a:xfrm>
            <a:off x="475100" y="878467"/>
            <a:ext cx="2371650" cy="5552400"/>
          </a:xfrm>
          <a:prstGeom prst="rect">
            <a:avLst/>
          </a:prstGeom>
          <a:noFill/>
        </p:spPr>
        <p:txBody>
          <a:bodyPr spcFirstLastPara="1" wrap="square" lIns="243800" tIns="243800" rIns="243800" bIns="243800" anchor="t" anchorCtr="0">
            <a:normAutofit/>
          </a:bodyPr>
          <a:lstStyle>
            <a:lvl1pPr marL="228600" lvl="0" indent="-231775" algn="l">
              <a:lnSpc>
                <a:spcPct val="115000"/>
              </a:lnSpc>
              <a:spcBef>
                <a:spcPts val="0"/>
              </a:spcBef>
              <a:spcAft>
                <a:spcPts val="0"/>
              </a:spcAft>
              <a:buClr>
                <a:srgbClr val="666666"/>
              </a:buClr>
              <a:buSzPts val="3700"/>
              <a:buFont typeface="Roboto"/>
              <a:buChar char="●"/>
              <a:defRPr sz="1850">
                <a:solidFill>
                  <a:srgbClr val="666666"/>
                </a:solidFill>
                <a:latin typeface="Roboto"/>
                <a:ea typeface="Roboto"/>
                <a:cs typeface="Roboto"/>
                <a:sym typeface="Roboto"/>
              </a:defRPr>
            </a:lvl1pPr>
            <a:lvl2pPr marL="457200" lvl="1" indent="-215900" algn="l">
              <a:lnSpc>
                <a:spcPct val="115000"/>
              </a:lnSpc>
              <a:spcBef>
                <a:spcPts val="0"/>
              </a:spcBef>
              <a:spcAft>
                <a:spcPts val="0"/>
              </a:spcAft>
              <a:buClr>
                <a:srgbClr val="666666"/>
              </a:buClr>
              <a:buSzPts val="3200"/>
              <a:buFont typeface="Roboto"/>
              <a:buChar char="○"/>
              <a:defRPr sz="1600">
                <a:solidFill>
                  <a:srgbClr val="666666"/>
                </a:solidFill>
                <a:latin typeface="Roboto"/>
                <a:ea typeface="Roboto"/>
                <a:cs typeface="Roboto"/>
                <a:sym typeface="Roboto"/>
              </a:defRPr>
            </a:lvl2pPr>
            <a:lvl3pPr marL="685800" lvl="2" indent="-215900" algn="l">
              <a:lnSpc>
                <a:spcPct val="115000"/>
              </a:lnSpc>
              <a:spcBef>
                <a:spcPts val="0"/>
              </a:spcBef>
              <a:spcAft>
                <a:spcPts val="0"/>
              </a:spcAft>
              <a:buClr>
                <a:srgbClr val="666666"/>
              </a:buClr>
              <a:buSzPts val="3200"/>
              <a:buFont typeface="Roboto"/>
              <a:buChar char="■"/>
              <a:defRPr sz="1600">
                <a:solidFill>
                  <a:srgbClr val="666666"/>
                </a:solidFill>
                <a:latin typeface="Roboto"/>
                <a:ea typeface="Roboto"/>
                <a:cs typeface="Roboto"/>
                <a:sym typeface="Roboto"/>
              </a:defRPr>
            </a:lvl3pPr>
            <a:lvl4pPr marL="914400" lvl="3" indent="-215900" algn="l">
              <a:lnSpc>
                <a:spcPct val="115000"/>
              </a:lnSpc>
              <a:spcBef>
                <a:spcPts val="0"/>
              </a:spcBef>
              <a:spcAft>
                <a:spcPts val="0"/>
              </a:spcAft>
              <a:buClr>
                <a:srgbClr val="666666"/>
              </a:buClr>
              <a:buSzPts val="3200"/>
              <a:buFont typeface="Roboto"/>
              <a:buChar char="●"/>
              <a:defRPr sz="1600">
                <a:solidFill>
                  <a:srgbClr val="666666"/>
                </a:solidFill>
                <a:latin typeface="Roboto"/>
                <a:ea typeface="Roboto"/>
                <a:cs typeface="Roboto"/>
                <a:sym typeface="Roboto"/>
              </a:defRPr>
            </a:lvl4pPr>
            <a:lvl5pPr marL="1143000" lvl="4" indent="-215900" algn="l">
              <a:lnSpc>
                <a:spcPct val="115000"/>
              </a:lnSpc>
              <a:spcBef>
                <a:spcPts val="0"/>
              </a:spcBef>
              <a:spcAft>
                <a:spcPts val="0"/>
              </a:spcAft>
              <a:buClr>
                <a:srgbClr val="666666"/>
              </a:buClr>
              <a:buSzPts val="3200"/>
              <a:buFont typeface="Roboto"/>
              <a:buChar char="○"/>
              <a:defRPr sz="1600">
                <a:solidFill>
                  <a:srgbClr val="666666"/>
                </a:solidFill>
                <a:latin typeface="Roboto"/>
                <a:ea typeface="Roboto"/>
                <a:cs typeface="Roboto"/>
                <a:sym typeface="Roboto"/>
              </a:defRPr>
            </a:lvl5pPr>
            <a:lvl6pPr marL="1371600" lvl="5" indent="-215900" algn="l">
              <a:lnSpc>
                <a:spcPct val="115000"/>
              </a:lnSpc>
              <a:spcBef>
                <a:spcPts val="0"/>
              </a:spcBef>
              <a:spcAft>
                <a:spcPts val="0"/>
              </a:spcAft>
              <a:buClr>
                <a:srgbClr val="666666"/>
              </a:buClr>
              <a:buSzPts val="3200"/>
              <a:buFont typeface="Roboto"/>
              <a:buChar char="■"/>
              <a:defRPr sz="1600">
                <a:solidFill>
                  <a:srgbClr val="666666"/>
                </a:solidFill>
                <a:latin typeface="Roboto"/>
                <a:ea typeface="Roboto"/>
                <a:cs typeface="Roboto"/>
                <a:sym typeface="Roboto"/>
              </a:defRPr>
            </a:lvl6pPr>
            <a:lvl7pPr marL="1600200" lvl="6" indent="-215900" algn="l">
              <a:lnSpc>
                <a:spcPct val="115000"/>
              </a:lnSpc>
              <a:spcBef>
                <a:spcPts val="0"/>
              </a:spcBef>
              <a:spcAft>
                <a:spcPts val="0"/>
              </a:spcAft>
              <a:buClr>
                <a:srgbClr val="666666"/>
              </a:buClr>
              <a:buSzPts val="3200"/>
              <a:buFont typeface="Roboto"/>
              <a:buChar char="●"/>
              <a:defRPr sz="1600">
                <a:solidFill>
                  <a:srgbClr val="666666"/>
                </a:solidFill>
                <a:latin typeface="Roboto"/>
                <a:ea typeface="Roboto"/>
                <a:cs typeface="Roboto"/>
                <a:sym typeface="Roboto"/>
              </a:defRPr>
            </a:lvl7pPr>
            <a:lvl8pPr marL="1828800" lvl="7" indent="-215900" algn="l">
              <a:lnSpc>
                <a:spcPct val="115000"/>
              </a:lnSpc>
              <a:spcBef>
                <a:spcPts val="0"/>
              </a:spcBef>
              <a:spcAft>
                <a:spcPts val="0"/>
              </a:spcAft>
              <a:buClr>
                <a:srgbClr val="666666"/>
              </a:buClr>
              <a:buSzPts val="3200"/>
              <a:buFont typeface="Roboto"/>
              <a:buChar char="○"/>
              <a:defRPr sz="1600">
                <a:solidFill>
                  <a:srgbClr val="666666"/>
                </a:solidFill>
                <a:latin typeface="Roboto"/>
                <a:ea typeface="Roboto"/>
                <a:cs typeface="Roboto"/>
                <a:sym typeface="Roboto"/>
              </a:defRPr>
            </a:lvl8pPr>
            <a:lvl9pPr marL="2057400" lvl="8" indent="-215900" algn="l">
              <a:lnSpc>
                <a:spcPct val="115000"/>
              </a:lnSpc>
              <a:spcBef>
                <a:spcPts val="0"/>
              </a:spcBef>
              <a:spcAft>
                <a:spcPts val="0"/>
              </a:spcAft>
              <a:buClr>
                <a:srgbClr val="666666"/>
              </a:buClr>
              <a:buSzPts val="3200"/>
              <a:buFont typeface="Roboto"/>
              <a:buChar char="■"/>
              <a:defRPr sz="1600">
                <a:solidFill>
                  <a:srgbClr val="666666"/>
                </a:solidFill>
                <a:latin typeface="Roboto"/>
                <a:ea typeface="Roboto"/>
                <a:cs typeface="Roboto"/>
                <a:sym typeface="Roboto"/>
              </a:defRPr>
            </a:lvl9pPr>
          </a:lstStyle>
          <a:p>
            <a:endParaRPr/>
          </a:p>
        </p:txBody>
      </p:sp>
      <p:cxnSp>
        <p:nvCxnSpPr>
          <p:cNvPr id="54" name="Google Shape;54;p13"/>
          <p:cNvCxnSpPr/>
          <p:nvPr/>
        </p:nvCxnSpPr>
        <p:spPr>
          <a:xfrm rot="10800000" flipH="1">
            <a:off x="3308234" y="800913"/>
            <a:ext cx="8583150" cy="1950"/>
          </a:xfrm>
          <a:prstGeom prst="straightConnector1">
            <a:avLst/>
          </a:prstGeom>
          <a:noFill/>
          <a:ln w="9525" cap="flat" cmpd="sng">
            <a:solidFill>
              <a:srgbClr val="E0E0E0"/>
            </a:solidFill>
            <a:prstDash val="solid"/>
            <a:round/>
            <a:headEnd type="none" w="sm" len="sm"/>
            <a:tailEnd type="none" w="sm" len="sm"/>
          </a:ln>
        </p:spPr>
      </p:cxnSp>
      <p:sp>
        <p:nvSpPr>
          <p:cNvPr id="55" name="Google Shape;55;p13"/>
          <p:cNvSpPr/>
          <p:nvPr/>
        </p:nvSpPr>
        <p:spPr>
          <a:xfrm>
            <a:off x="3059834" y="727263"/>
            <a:ext cx="146850" cy="151200"/>
          </a:xfrm>
          <a:prstGeom prst="rect">
            <a:avLst/>
          </a:prstGeom>
          <a:solidFill>
            <a:srgbClr val="B509AC"/>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6" name="Google Shape;56;p13"/>
          <p:cNvSpPr/>
          <p:nvPr/>
        </p:nvSpPr>
        <p:spPr>
          <a:xfrm>
            <a:off x="475100" y="727267"/>
            <a:ext cx="2297550" cy="151200"/>
          </a:xfrm>
          <a:prstGeom prst="rect">
            <a:avLst/>
          </a:prstGeom>
          <a:solidFill>
            <a:srgbClr val="B509AC"/>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7" name="Google Shape;57;p13"/>
          <p:cNvSpPr txBox="1">
            <a:spLocks noGrp="1"/>
          </p:cNvSpPr>
          <p:nvPr>
            <p:ph type="sldNum" idx="12"/>
          </p:nvPr>
        </p:nvSpPr>
        <p:spPr>
          <a:xfrm>
            <a:off x="11296611" y="6217623"/>
            <a:ext cx="731550" cy="524850"/>
          </a:xfrm>
          <a:prstGeom prst="rect">
            <a:avLst/>
          </a:prstGeom>
          <a:noFill/>
        </p:spPr>
        <p:txBody>
          <a:bodyPr spcFirstLastPara="1" wrap="square" lIns="243800" tIns="243800" rIns="243800" bIns="243800" anchor="ctr" anchorCtr="0">
            <a:normAutofit/>
          </a:bodyPr>
          <a:lstStyle>
            <a:lvl1pPr lvl="0" algn="r">
              <a:lnSpc>
                <a:spcPct val="100000"/>
              </a:lnSpc>
              <a:spcAft>
                <a:spcPts val="0"/>
              </a:spcAft>
              <a:buNone/>
              <a:defRPr sz="1350">
                <a:solidFill>
                  <a:srgbClr val="666666"/>
                </a:solidFill>
              </a:defRPr>
            </a:lvl1pPr>
            <a:lvl2pPr lvl="1" algn="r">
              <a:lnSpc>
                <a:spcPct val="100000"/>
              </a:lnSpc>
              <a:spcAft>
                <a:spcPts val="0"/>
              </a:spcAft>
              <a:buNone/>
              <a:defRPr sz="1350">
                <a:solidFill>
                  <a:srgbClr val="666666"/>
                </a:solidFill>
              </a:defRPr>
            </a:lvl2pPr>
            <a:lvl3pPr lvl="2" algn="r">
              <a:lnSpc>
                <a:spcPct val="100000"/>
              </a:lnSpc>
              <a:spcAft>
                <a:spcPts val="0"/>
              </a:spcAft>
              <a:buNone/>
              <a:defRPr sz="1350">
                <a:solidFill>
                  <a:srgbClr val="666666"/>
                </a:solidFill>
              </a:defRPr>
            </a:lvl3pPr>
            <a:lvl4pPr lvl="3" algn="r">
              <a:lnSpc>
                <a:spcPct val="100000"/>
              </a:lnSpc>
              <a:spcAft>
                <a:spcPts val="0"/>
              </a:spcAft>
              <a:buNone/>
              <a:defRPr sz="1350">
                <a:solidFill>
                  <a:srgbClr val="666666"/>
                </a:solidFill>
              </a:defRPr>
            </a:lvl4pPr>
            <a:lvl5pPr lvl="4" algn="r">
              <a:lnSpc>
                <a:spcPct val="100000"/>
              </a:lnSpc>
              <a:spcAft>
                <a:spcPts val="0"/>
              </a:spcAft>
              <a:buNone/>
              <a:defRPr sz="1350">
                <a:solidFill>
                  <a:srgbClr val="666666"/>
                </a:solidFill>
              </a:defRPr>
            </a:lvl5pPr>
            <a:lvl6pPr lvl="5" algn="r">
              <a:lnSpc>
                <a:spcPct val="100000"/>
              </a:lnSpc>
              <a:spcAft>
                <a:spcPts val="0"/>
              </a:spcAft>
              <a:buNone/>
              <a:defRPr sz="1350">
                <a:solidFill>
                  <a:srgbClr val="666666"/>
                </a:solidFill>
              </a:defRPr>
            </a:lvl6pPr>
            <a:lvl7pPr lvl="6" algn="r">
              <a:lnSpc>
                <a:spcPct val="100000"/>
              </a:lnSpc>
              <a:spcAft>
                <a:spcPts val="0"/>
              </a:spcAft>
              <a:buNone/>
              <a:defRPr sz="1350">
                <a:solidFill>
                  <a:srgbClr val="666666"/>
                </a:solidFill>
              </a:defRPr>
            </a:lvl7pPr>
            <a:lvl8pPr lvl="7" algn="r">
              <a:lnSpc>
                <a:spcPct val="100000"/>
              </a:lnSpc>
              <a:spcAft>
                <a:spcPts val="0"/>
              </a:spcAft>
              <a:buNone/>
              <a:defRPr sz="1350">
                <a:solidFill>
                  <a:srgbClr val="666666"/>
                </a:solidFill>
              </a:defRPr>
            </a:lvl8pPr>
            <a:lvl9pPr lvl="8" algn="r">
              <a:lnSpc>
                <a:spcPct val="100000"/>
              </a:lnSpc>
              <a:spcAft>
                <a:spcPts val="0"/>
              </a:spcAft>
              <a:buNone/>
              <a:defRPr sz="1350">
                <a:solidFill>
                  <a:srgbClr val="666666"/>
                </a:solidFill>
              </a:defRPr>
            </a:lvl9pPr>
          </a:lstStyle>
          <a:p>
            <a:pPr>
              <a:spcBef>
                <a:spcPts val="0"/>
              </a:spcBef>
            </a:pPr>
            <a:fld id="{00000000-1234-1234-1234-123412341234}" type="slidenum">
              <a:rPr lang="en" smtClean="0"/>
              <a:pPr>
                <a:spcBef>
                  <a:spcPts val="0"/>
                </a:spcBef>
              </a:pPr>
              <a:t>‹#›</a:t>
            </a:fld>
            <a:endParaRPr lang="en"/>
          </a:p>
        </p:txBody>
      </p:sp>
      <p:cxnSp>
        <p:nvCxnSpPr>
          <p:cNvPr id="58" name="Google Shape;58;p13"/>
          <p:cNvCxnSpPr/>
          <p:nvPr/>
        </p:nvCxnSpPr>
        <p:spPr>
          <a:xfrm rot="10800000" flipH="1">
            <a:off x="475488" y="6425067"/>
            <a:ext cx="2292000" cy="6000"/>
          </a:xfrm>
          <a:prstGeom prst="straightConnector1">
            <a:avLst/>
          </a:prstGeom>
          <a:noFill/>
          <a:ln w="9525" cap="flat" cmpd="sng">
            <a:solidFill>
              <a:srgbClr val="E0E0E0"/>
            </a:solidFill>
            <a:prstDash val="solid"/>
            <a:round/>
            <a:headEnd type="none" w="sm" len="sm"/>
            <a:tailEnd type="none" w="sm" len="sm"/>
          </a:ln>
        </p:spPr>
      </p:cxnSp>
    </p:spTree>
    <p:extLst>
      <p:ext uri="{BB962C8B-B14F-4D97-AF65-F5344CB8AC3E}">
        <p14:creationId xmlns:p14="http://schemas.microsoft.com/office/powerpoint/2010/main" val="1932051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812B123-B097-F0DF-FE26-BE33A19F52B1}"/>
              </a:ext>
            </a:extLst>
          </p:cNvPr>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Rectangle 3">
            <a:extLst>
              <a:ext uri="{FF2B5EF4-FFF2-40B4-BE49-F238E27FC236}">
                <a16:creationId xmlns:a16="http://schemas.microsoft.com/office/drawing/2014/main" id="{A7DC63FC-B893-C392-9E88-A5EA10914C8A}"/>
              </a:ext>
            </a:extLst>
          </p:cNvPr>
          <p:cNvSpPr>
            <a:spLocks noGrp="1" noChangeArrowheads="1"/>
          </p:cNvSpPr>
          <p:nvPr>
            <p:ph type="body" idx="1"/>
          </p:nvPr>
        </p:nvSpPr>
        <p:spPr bwMode="auto">
          <a:xfrm>
            <a:off x="609600" y="1600200"/>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028" name="Rectangle 4">
            <a:extLst>
              <a:ext uri="{FF2B5EF4-FFF2-40B4-BE49-F238E27FC236}">
                <a16:creationId xmlns:a16="http://schemas.microsoft.com/office/drawing/2014/main" id="{ACAA0642-C858-F986-E532-7A4835FE4CB9}"/>
              </a:ext>
            </a:extLst>
          </p:cNvPr>
          <p:cNvSpPr>
            <a:spLocks noGrp="1" noChangeArrowheads="1"/>
          </p:cNvSpPr>
          <p:nvPr>
            <p:ph type="dt" sz="half" idx="2"/>
          </p:nvPr>
        </p:nvSpPr>
        <p:spPr bwMode="auto">
          <a:xfrm>
            <a:off x="609600" y="6245225"/>
            <a:ext cx="2844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ＭＳ Ｐゴシック" panose="020B0600070205080204" pitchFamily="50" charset="-128"/>
              </a:defRPr>
            </a:lvl1pPr>
          </a:lstStyle>
          <a:p>
            <a:pPr>
              <a:defRPr/>
            </a:pPr>
            <a:endParaRPr lang="en-US" altLang="ja-JP"/>
          </a:p>
        </p:txBody>
      </p:sp>
      <p:sp>
        <p:nvSpPr>
          <p:cNvPr id="1029" name="Rectangle 5">
            <a:extLst>
              <a:ext uri="{FF2B5EF4-FFF2-40B4-BE49-F238E27FC236}">
                <a16:creationId xmlns:a16="http://schemas.microsoft.com/office/drawing/2014/main" id="{BAA1237B-A374-0140-B95B-0D67220D9076}"/>
              </a:ext>
            </a:extLst>
          </p:cNvPr>
          <p:cNvSpPr>
            <a:spLocks noGrp="1" noChangeArrowheads="1"/>
          </p:cNvSpPr>
          <p:nvPr>
            <p:ph type="ftr" sz="quarter" idx="3"/>
          </p:nvPr>
        </p:nvSpPr>
        <p:spPr bwMode="auto">
          <a:xfrm>
            <a:off x="4165600" y="6245225"/>
            <a:ext cx="3860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ＭＳ Ｐゴシック" panose="020B0600070205080204" pitchFamily="50" charset="-128"/>
              </a:defRPr>
            </a:lvl1pPr>
          </a:lstStyle>
          <a:p>
            <a:pPr>
              <a:defRPr/>
            </a:pPr>
            <a:endParaRPr lang="en-US" altLang="ja-JP"/>
          </a:p>
        </p:txBody>
      </p:sp>
      <p:sp>
        <p:nvSpPr>
          <p:cNvPr id="1030" name="Rectangle 6">
            <a:extLst>
              <a:ext uri="{FF2B5EF4-FFF2-40B4-BE49-F238E27FC236}">
                <a16:creationId xmlns:a16="http://schemas.microsoft.com/office/drawing/2014/main" id="{2CCB5454-DAD9-C497-DB4D-84493AC6C083}"/>
              </a:ext>
            </a:extLst>
          </p:cNvPr>
          <p:cNvSpPr>
            <a:spLocks noGrp="1" noChangeArrowheads="1"/>
          </p:cNvSpPr>
          <p:nvPr>
            <p:ph type="sldNum" sz="quarter" idx="4"/>
          </p:nvPr>
        </p:nvSpPr>
        <p:spPr bwMode="auto">
          <a:xfrm>
            <a:off x="8737600" y="6245225"/>
            <a:ext cx="2844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ea typeface="ＭＳ Ｐゴシック" panose="020B0600070205080204" pitchFamily="50" charset="-128"/>
              </a:defRPr>
            </a:lvl1pPr>
          </a:lstStyle>
          <a:p>
            <a:pPr>
              <a:defRPr/>
            </a:pPr>
            <a:fld id="{B11650F6-3314-B34B-8514-27A88063FBD4}" type="slidenum">
              <a:rPr lang="en-US" altLang="ja-JP"/>
              <a:pPr>
                <a:defRPr/>
              </a:pPr>
              <a:t>‹#›</a:t>
            </a:fld>
            <a:endParaRPr lang="en-US" altLang="ja-JP"/>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Arial"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Arial"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Arial" charset="0"/>
          <a:ea typeface="ＭＳ Ｐゴシック" pitchFamily="50" charset="-128"/>
        </a:defRPr>
      </a:lvl5pPr>
      <a:lvl6pPr marL="457200" algn="ctr" rtl="0" fontAlgn="base">
        <a:spcBef>
          <a:spcPct val="0"/>
        </a:spcBef>
        <a:spcAft>
          <a:spcPct val="0"/>
        </a:spcAft>
        <a:defRPr kumimoji="1" sz="4400">
          <a:solidFill>
            <a:schemeClr val="tx2"/>
          </a:solidFill>
          <a:latin typeface="Arial" charset="0"/>
          <a:ea typeface="ＭＳ Ｐゴシック" pitchFamily="50" charset="-128"/>
        </a:defRPr>
      </a:lvl6pPr>
      <a:lvl7pPr marL="914400" algn="ctr" rtl="0" fontAlgn="base">
        <a:spcBef>
          <a:spcPct val="0"/>
        </a:spcBef>
        <a:spcAft>
          <a:spcPct val="0"/>
        </a:spcAft>
        <a:defRPr kumimoji="1" sz="4400">
          <a:solidFill>
            <a:schemeClr val="tx2"/>
          </a:solidFill>
          <a:latin typeface="Arial" charset="0"/>
          <a:ea typeface="ＭＳ Ｐゴシック" pitchFamily="50" charset="-128"/>
        </a:defRPr>
      </a:lvl7pPr>
      <a:lvl8pPr marL="1371600" algn="ctr" rtl="0" fontAlgn="base">
        <a:spcBef>
          <a:spcPct val="0"/>
        </a:spcBef>
        <a:spcAft>
          <a:spcPct val="0"/>
        </a:spcAft>
        <a:defRPr kumimoji="1" sz="4400">
          <a:solidFill>
            <a:schemeClr val="tx2"/>
          </a:solidFill>
          <a:latin typeface="Arial" charset="0"/>
          <a:ea typeface="ＭＳ Ｐゴシック" pitchFamily="50" charset="-128"/>
        </a:defRPr>
      </a:lvl8pPr>
      <a:lvl9pPr marL="1828800" algn="ctr" rtl="0" fontAlgn="base">
        <a:spcBef>
          <a:spcPct val="0"/>
        </a:spcBef>
        <a:spcAft>
          <a:spcPct val="0"/>
        </a:spcAft>
        <a:defRPr kumimoji="1" sz="4400">
          <a:solidFill>
            <a:schemeClr val="tx2"/>
          </a:solidFill>
          <a:latin typeface="Arial" charset="0"/>
          <a:ea typeface="ＭＳ Ｐゴシック" pitchFamily="50"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50" cy="763650"/>
          </a:xfrm>
          <a:prstGeom prst="rect">
            <a:avLst/>
          </a:prstGeom>
          <a:noFill/>
          <a:ln>
            <a:noFill/>
          </a:ln>
        </p:spPr>
        <p:txBody>
          <a:bodyPr spcFirstLastPara="1" wrap="square" lIns="243800" tIns="243800" rIns="243800" bIns="243800" anchor="t" anchorCtr="0">
            <a:normAutofit/>
          </a:bodyPr>
          <a:lstStyle>
            <a:lvl1pPr lvl="0">
              <a:spcBef>
                <a:spcPts val="0"/>
              </a:spcBef>
              <a:spcAft>
                <a:spcPts val="0"/>
              </a:spcAft>
              <a:buClr>
                <a:schemeClr val="dk1"/>
              </a:buClr>
              <a:buSzPts val="7500"/>
              <a:buNone/>
              <a:defRPr sz="7500">
                <a:solidFill>
                  <a:schemeClr val="dk1"/>
                </a:solidFill>
              </a:defRPr>
            </a:lvl1pPr>
            <a:lvl2pPr lvl="1">
              <a:spcBef>
                <a:spcPts val="0"/>
              </a:spcBef>
              <a:spcAft>
                <a:spcPts val="0"/>
              </a:spcAft>
              <a:buClr>
                <a:schemeClr val="dk1"/>
              </a:buClr>
              <a:buSzPts val="7500"/>
              <a:buNone/>
              <a:defRPr sz="7500">
                <a:solidFill>
                  <a:schemeClr val="dk1"/>
                </a:solidFill>
              </a:defRPr>
            </a:lvl2pPr>
            <a:lvl3pPr lvl="2">
              <a:spcBef>
                <a:spcPts val="0"/>
              </a:spcBef>
              <a:spcAft>
                <a:spcPts val="0"/>
              </a:spcAft>
              <a:buClr>
                <a:schemeClr val="dk1"/>
              </a:buClr>
              <a:buSzPts val="7500"/>
              <a:buNone/>
              <a:defRPr sz="7500">
                <a:solidFill>
                  <a:schemeClr val="dk1"/>
                </a:solidFill>
              </a:defRPr>
            </a:lvl3pPr>
            <a:lvl4pPr lvl="3">
              <a:spcBef>
                <a:spcPts val="0"/>
              </a:spcBef>
              <a:spcAft>
                <a:spcPts val="0"/>
              </a:spcAft>
              <a:buClr>
                <a:schemeClr val="dk1"/>
              </a:buClr>
              <a:buSzPts val="7500"/>
              <a:buNone/>
              <a:defRPr sz="7500">
                <a:solidFill>
                  <a:schemeClr val="dk1"/>
                </a:solidFill>
              </a:defRPr>
            </a:lvl4pPr>
            <a:lvl5pPr lvl="4">
              <a:spcBef>
                <a:spcPts val="0"/>
              </a:spcBef>
              <a:spcAft>
                <a:spcPts val="0"/>
              </a:spcAft>
              <a:buClr>
                <a:schemeClr val="dk1"/>
              </a:buClr>
              <a:buSzPts val="7500"/>
              <a:buNone/>
              <a:defRPr sz="7500">
                <a:solidFill>
                  <a:schemeClr val="dk1"/>
                </a:solidFill>
              </a:defRPr>
            </a:lvl5pPr>
            <a:lvl6pPr lvl="5">
              <a:spcBef>
                <a:spcPts val="0"/>
              </a:spcBef>
              <a:spcAft>
                <a:spcPts val="0"/>
              </a:spcAft>
              <a:buClr>
                <a:schemeClr val="dk1"/>
              </a:buClr>
              <a:buSzPts val="7500"/>
              <a:buNone/>
              <a:defRPr sz="7500">
                <a:solidFill>
                  <a:schemeClr val="dk1"/>
                </a:solidFill>
              </a:defRPr>
            </a:lvl6pPr>
            <a:lvl7pPr lvl="6">
              <a:spcBef>
                <a:spcPts val="0"/>
              </a:spcBef>
              <a:spcAft>
                <a:spcPts val="0"/>
              </a:spcAft>
              <a:buClr>
                <a:schemeClr val="dk1"/>
              </a:buClr>
              <a:buSzPts val="7500"/>
              <a:buNone/>
              <a:defRPr sz="7500">
                <a:solidFill>
                  <a:schemeClr val="dk1"/>
                </a:solidFill>
              </a:defRPr>
            </a:lvl7pPr>
            <a:lvl8pPr lvl="7">
              <a:spcBef>
                <a:spcPts val="0"/>
              </a:spcBef>
              <a:spcAft>
                <a:spcPts val="0"/>
              </a:spcAft>
              <a:buClr>
                <a:schemeClr val="dk1"/>
              </a:buClr>
              <a:buSzPts val="7500"/>
              <a:buNone/>
              <a:defRPr sz="7500">
                <a:solidFill>
                  <a:schemeClr val="dk1"/>
                </a:solidFill>
              </a:defRPr>
            </a:lvl8pPr>
            <a:lvl9pPr lvl="8">
              <a:spcBef>
                <a:spcPts val="0"/>
              </a:spcBef>
              <a:spcAft>
                <a:spcPts val="0"/>
              </a:spcAft>
              <a:buClr>
                <a:schemeClr val="dk1"/>
              </a:buClr>
              <a:buSzPts val="7500"/>
              <a:buNone/>
              <a:defRPr sz="7500">
                <a:solidFill>
                  <a:schemeClr val="dk1"/>
                </a:solidFill>
              </a:defRPr>
            </a:lvl9pPr>
          </a:lstStyle>
          <a:p>
            <a:endParaRPr/>
          </a:p>
        </p:txBody>
      </p:sp>
      <p:sp>
        <p:nvSpPr>
          <p:cNvPr id="7" name="Google Shape;7;p1"/>
          <p:cNvSpPr txBox="1">
            <a:spLocks noGrp="1"/>
          </p:cNvSpPr>
          <p:nvPr>
            <p:ph type="body" idx="1"/>
          </p:nvPr>
        </p:nvSpPr>
        <p:spPr>
          <a:xfrm>
            <a:off x="415600" y="1536634"/>
            <a:ext cx="11360850" cy="4555200"/>
          </a:xfrm>
          <a:prstGeom prst="rect">
            <a:avLst/>
          </a:prstGeom>
          <a:noFill/>
          <a:ln>
            <a:noFill/>
          </a:ln>
        </p:spPr>
        <p:txBody>
          <a:bodyPr spcFirstLastPara="1" wrap="square" lIns="243800" tIns="243800" rIns="243800" bIns="243800" anchor="t" anchorCtr="0">
            <a:normAutofit/>
          </a:bodyPr>
          <a:lstStyle>
            <a:lvl1pPr marL="457200" lvl="0" indent="-533400">
              <a:lnSpc>
                <a:spcPct val="115000"/>
              </a:lnSpc>
              <a:spcBef>
                <a:spcPts val="0"/>
              </a:spcBef>
              <a:spcAft>
                <a:spcPts val="0"/>
              </a:spcAft>
              <a:buClr>
                <a:schemeClr val="dk2"/>
              </a:buClr>
              <a:buSzPts val="4800"/>
              <a:buChar char="●"/>
              <a:defRPr sz="4800">
                <a:solidFill>
                  <a:schemeClr val="dk2"/>
                </a:solidFill>
              </a:defRPr>
            </a:lvl1pPr>
            <a:lvl2pPr marL="914400" lvl="1" indent="-463550">
              <a:lnSpc>
                <a:spcPct val="115000"/>
              </a:lnSpc>
              <a:spcBef>
                <a:spcPts val="0"/>
              </a:spcBef>
              <a:spcAft>
                <a:spcPts val="0"/>
              </a:spcAft>
              <a:buClr>
                <a:schemeClr val="dk2"/>
              </a:buClr>
              <a:buSzPts val="3700"/>
              <a:buChar char="○"/>
              <a:defRPr sz="3700">
                <a:solidFill>
                  <a:schemeClr val="dk2"/>
                </a:solidFill>
              </a:defRPr>
            </a:lvl2pPr>
            <a:lvl3pPr marL="1371600" lvl="2" indent="-463550">
              <a:lnSpc>
                <a:spcPct val="115000"/>
              </a:lnSpc>
              <a:spcBef>
                <a:spcPts val="0"/>
              </a:spcBef>
              <a:spcAft>
                <a:spcPts val="0"/>
              </a:spcAft>
              <a:buClr>
                <a:schemeClr val="dk2"/>
              </a:buClr>
              <a:buSzPts val="3700"/>
              <a:buChar char="■"/>
              <a:defRPr sz="3700">
                <a:solidFill>
                  <a:schemeClr val="dk2"/>
                </a:solidFill>
              </a:defRPr>
            </a:lvl3pPr>
            <a:lvl4pPr marL="1828800" lvl="3" indent="-463550">
              <a:lnSpc>
                <a:spcPct val="115000"/>
              </a:lnSpc>
              <a:spcBef>
                <a:spcPts val="0"/>
              </a:spcBef>
              <a:spcAft>
                <a:spcPts val="0"/>
              </a:spcAft>
              <a:buClr>
                <a:schemeClr val="dk2"/>
              </a:buClr>
              <a:buSzPts val="3700"/>
              <a:buChar char="●"/>
              <a:defRPr sz="3700">
                <a:solidFill>
                  <a:schemeClr val="dk2"/>
                </a:solidFill>
              </a:defRPr>
            </a:lvl4pPr>
            <a:lvl5pPr marL="2286000" lvl="4" indent="-463550">
              <a:lnSpc>
                <a:spcPct val="115000"/>
              </a:lnSpc>
              <a:spcBef>
                <a:spcPts val="0"/>
              </a:spcBef>
              <a:spcAft>
                <a:spcPts val="0"/>
              </a:spcAft>
              <a:buClr>
                <a:schemeClr val="dk2"/>
              </a:buClr>
              <a:buSzPts val="3700"/>
              <a:buChar char="○"/>
              <a:defRPr sz="3700">
                <a:solidFill>
                  <a:schemeClr val="dk2"/>
                </a:solidFill>
              </a:defRPr>
            </a:lvl5pPr>
            <a:lvl6pPr marL="2743200" lvl="5" indent="-463550">
              <a:lnSpc>
                <a:spcPct val="115000"/>
              </a:lnSpc>
              <a:spcBef>
                <a:spcPts val="0"/>
              </a:spcBef>
              <a:spcAft>
                <a:spcPts val="0"/>
              </a:spcAft>
              <a:buClr>
                <a:schemeClr val="dk2"/>
              </a:buClr>
              <a:buSzPts val="3700"/>
              <a:buChar char="■"/>
              <a:defRPr sz="3700">
                <a:solidFill>
                  <a:schemeClr val="dk2"/>
                </a:solidFill>
              </a:defRPr>
            </a:lvl6pPr>
            <a:lvl7pPr marL="3200400" lvl="6" indent="-463550">
              <a:lnSpc>
                <a:spcPct val="115000"/>
              </a:lnSpc>
              <a:spcBef>
                <a:spcPts val="0"/>
              </a:spcBef>
              <a:spcAft>
                <a:spcPts val="0"/>
              </a:spcAft>
              <a:buClr>
                <a:schemeClr val="dk2"/>
              </a:buClr>
              <a:buSzPts val="3700"/>
              <a:buChar char="●"/>
              <a:defRPr sz="3700">
                <a:solidFill>
                  <a:schemeClr val="dk2"/>
                </a:solidFill>
              </a:defRPr>
            </a:lvl7pPr>
            <a:lvl8pPr marL="3657600" lvl="7" indent="-463550">
              <a:lnSpc>
                <a:spcPct val="115000"/>
              </a:lnSpc>
              <a:spcBef>
                <a:spcPts val="0"/>
              </a:spcBef>
              <a:spcAft>
                <a:spcPts val="0"/>
              </a:spcAft>
              <a:buClr>
                <a:schemeClr val="dk2"/>
              </a:buClr>
              <a:buSzPts val="3700"/>
              <a:buChar char="○"/>
              <a:defRPr sz="3700">
                <a:solidFill>
                  <a:schemeClr val="dk2"/>
                </a:solidFill>
              </a:defRPr>
            </a:lvl8pPr>
            <a:lvl9pPr marL="4114800" lvl="8" indent="-463550">
              <a:lnSpc>
                <a:spcPct val="115000"/>
              </a:lnSpc>
              <a:spcBef>
                <a:spcPts val="0"/>
              </a:spcBef>
              <a:spcAft>
                <a:spcPts val="0"/>
              </a:spcAft>
              <a:buClr>
                <a:schemeClr val="dk2"/>
              </a:buClr>
              <a:buSzPts val="3700"/>
              <a:buChar char="■"/>
              <a:defRPr sz="3700">
                <a:solidFill>
                  <a:schemeClr val="dk2"/>
                </a:solidFill>
              </a:defRPr>
            </a:lvl9pPr>
          </a:lstStyle>
          <a:p>
            <a:endParaRPr/>
          </a:p>
        </p:txBody>
      </p:sp>
      <p:sp>
        <p:nvSpPr>
          <p:cNvPr id="8" name="Google Shape;8;p1"/>
          <p:cNvSpPr txBox="1">
            <a:spLocks noGrp="1"/>
          </p:cNvSpPr>
          <p:nvPr>
            <p:ph type="sldNum" idx="12"/>
          </p:nvPr>
        </p:nvSpPr>
        <p:spPr>
          <a:xfrm>
            <a:off x="11296611" y="6217623"/>
            <a:ext cx="731550" cy="524850"/>
          </a:xfrm>
          <a:prstGeom prst="rect">
            <a:avLst/>
          </a:prstGeom>
          <a:noFill/>
          <a:ln>
            <a:noFill/>
          </a:ln>
        </p:spPr>
        <p:txBody>
          <a:bodyPr spcFirstLastPara="1" wrap="square" lIns="243800" tIns="243800" rIns="243800" bIns="243800" anchor="ctr" anchorCtr="0">
            <a:normAutofit/>
          </a:bodyPr>
          <a:lstStyle>
            <a:lvl1pPr lvl="0" algn="r">
              <a:buNone/>
              <a:defRPr sz="1350">
                <a:solidFill>
                  <a:schemeClr val="dk2"/>
                </a:solidFill>
              </a:defRPr>
            </a:lvl1pPr>
            <a:lvl2pPr lvl="1" algn="r">
              <a:buNone/>
              <a:defRPr sz="1350">
                <a:solidFill>
                  <a:schemeClr val="dk2"/>
                </a:solidFill>
              </a:defRPr>
            </a:lvl2pPr>
            <a:lvl3pPr lvl="2" algn="r">
              <a:buNone/>
              <a:defRPr sz="1350">
                <a:solidFill>
                  <a:schemeClr val="dk2"/>
                </a:solidFill>
              </a:defRPr>
            </a:lvl3pPr>
            <a:lvl4pPr lvl="3" algn="r">
              <a:buNone/>
              <a:defRPr sz="1350">
                <a:solidFill>
                  <a:schemeClr val="dk2"/>
                </a:solidFill>
              </a:defRPr>
            </a:lvl4pPr>
            <a:lvl5pPr lvl="4" algn="r">
              <a:buNone/>
              <a:defRPr sz="1350">
                <a:solidFill>
                  <a:schemeClr val="dk2"/>
                </a:solidFill>
              </a:defRPr>
            </a:lvl5pPr>
            <a:lvl6pPr lvl="5" algn="r">
              <a:buNone/>
              <a:defRPr sz="1350">
                <a:solidFill>
                  <a:schemeClr val="dk2"/>
                </a:solidFill>
              </a:defRPr>
            </a:lvl6pPr>
            <a:lvl7pPr lvl="6" algn="r">
              <a:buNone/>
              <a:defRPr sz="1350">
                <a:solidFill>
                  <a:schemeClr val="dk2"/>
                </a:solidFill>
              </a:defRPr>
            </a:lvl7pPr>
            <a:lvl8pPr lvl="7" algn="r">
              <a:buNone/>
              <a:defRPr sz="1350">
                <a:solidFill>
                  <a:schemeClr val="dk2"/>
                </a:solidFill>
              </a:defRPr>
            </a:lvl8pPr>
            <a:lvl9pPr lvl="8" algn="r">
              <a:buNone/>
              <a:defRPr sz="1350">
                <a:solidFill>
                  <a:schemeClr val="dk2"/>
                </a:solidFill>
              </a:defRPr>
            </a:lvl9pPr>
          </a:lstStyle>
          <a:p>
            <a:pPr>
              <a:spcBef>
                <a:spcPts val="0"/>
              </a:spcBef>
              <a:spcAft>
                <a:spcPts val="0"/>
              </a:spcAft>
            </a:pPr>
            <a:fld id="{00000000-1234-1234-1234-123412341234}" type="slidenum">
              <a:rPr lang="en" smtClean="0"/>
              <a:pPr>
                <a:spcBef>
                  <a:spcPts val="0"/>
                </a:spcBef>
                <a:spcAft>
                  <a:spcPts val="0"/>
                </a:spcAft>
              </a:pPr>
              <a:t>‹#›</a:t>
            </a:fld>
            <a:endParaRPr lang="en"/>
          </a:p>
        </p:txBody>
      </p:sp>
    </p:spTree>
    <p:extLst>
      <p:ext uri="{BB962C8B-B14F-4D97-AF65-F5344CB8AC3E}">
        <p14:creationId xmlns:p14="http://schemas.microsoft.com/office/powerpoint/2010/main" val="868510490"/>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hyperlink" Target="http://adamcheong.com/" TargetMode="External"/><Relationship Id="rId4" Type="http://schemas.openxmlformats.org/officeDocument/2006/relationships/hyperlink" Target="https://adamcheong.co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5.jpg"/><Relationship Id="rId13" Type="http://schemas.openxmlformats.org/officeDocument/2006/relationships/hyperlink" Target="https://adamcheong.com/assets/pdf/HS-BCOM-145%20Adam%20Cheong.pdf" TargetMode="External"/><Relationship Id="rId18" Type="http://schemas.openxmlformats.org/officeDocument/2006/relationships/hyperlink" Target="https://adamcheong.com/assets/pdf/National%20Latin%20Exam%20Silver%20Recognition%202024.pdf" TargetMode="External"/><Relationship Id="rId3" Type="http://schemas.openxmlformats.org/officeDocument/2006/relationships/hyperlink" Target="https://watneyrobotics.com/" TargetMode="External"/><Relationship Id="rId7" Type="http://schemas.openxmlformats.org/officeDocument/2006/relationships/hyperlink" Target="https://adamcheong.com/assets/pdf/The%20Adam%20Cliffhanger%20Project%E2%80%94GGSF%202023.pdf" TargetMode="External"/><Relationship Id="rId12" Type="http://schemas.openxmlformats.org/officeDocument/2006/relationships/image" Target="../media/image7.png"/><Relationship Id="rId17" Type="http://schemas.openxmlformats.org/officeDocument/2006/relationships/hyperlink" Target="https://adamcheong.com/assets/img/gallery/Adam-CSEF-20230411.jpg" TargetMode="External"/><Relationship Id="rId2" Type="http://schemas.openxmlformats.org/officeDocument/2006/relationships/notesSlide" Target="../notesSlides/notesSlide2.xml"/><Relationship Id="rId16" Type="http://schemas.openxmlformats.org/officeDocument/2006/relationships/hyperlink" Target="https://adamcheong.com/assets/pdf/2022%20San%20Mateo%20STEM%20Fair.pdf" TargetMode="External"/><Relationship Id="rId20" Type="http://schemas.openxmlformats.org/officeDocument/2006/relationships/hyperlink" Target="https://adamcheong.com/assets/pdf/2025%20USABO%20Honorable%20Mention%20Certificate.pdf" TargetMode="External"/><Relationship Id="rId1" Type="http://schemas.openxmlformats.org/officeDocument/2006/relationships/slideLayout" Target="../slideLayouts/slideLayout13.xml"/><Relationship Id="rId6" Type="http://schemas.openxmlformats.org/officeDocument/2006/relationships/image" Target="../media/image4.jpg"/><Relationship Id="rId11" Type="http://schemas.openxmlformats.org/officeDocument/2006/relationships/hyperlink" Target="https://adamcheong.com/assets/pdf/Award_307.pdf" TargetMode="External"/><Relationship Id="rId5" Type="http://schemas.openxmlformats.org/officeDocument/2006/relationships/hyperlink" Target="https://adamcheong.com/assets/pdf/IWM-2025%20Poster.pdf" TargetMode="External"/><Relationship Id="rId15" Type="http://schemas.openxmlformats.org/officeDocument/2006/relationships/hyperlink" Target="https://adamcheong.com/assets/pdf/2023%20San%20Mateo%20STEM%20Fair.pdf" TargetMode="External"/><Relationship Id="rId10" Type="http://schemas.openxmlformats.org/officeDocument/2006/relationships/image" Target="../media/image6.png"/><Relationship Id="rId19"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hyperlink" Target="https://adamcheong.com/assets/img/2024%20GGSF%20Bill%20Tobin.jpg" TargetMode="External"/><Relationship Id="rId14" Type="http://schemas.openxmlformats.org/officeDocument/2006/relationships/hyperlink" Target="https://adamcheong.com/assets/img/gallery/Adam-GGSF-20230319.jpeg"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1.jpg"/><Relationship Id="rId7" Type="http://schemas.openxmlformats.org/officeDocument/2006/relationships/hyperlink" Target="https://watneyrobotics.com/"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hyperlink" Target="https://adamcheong.com/projects/1_project/" TargetMode="External"/><Relationship Id="rId5" Type="http://schemas.openxmlformats.org/officeDocument/2006/relationships/hyperlink" Target="https://adamcheong.com/projects/" TargetMode="External"/><Relationship Id="rId10" Type="http://schemas.openxmlformats.org/officeDocument/2006/relationships/image" Target="../media/image12.jpg"/><Relationship Id="rId4" Type="http://schemas.openxmlformats.org/officeDocument/2006/relationships/hyperlink" Target="https://adamcheong.com/" TargetMode="External"/><Relationship Id="rId9" Type="http://schemas.openxmlformats.org/officeDocument/2006/relationships/hyperlink" Target="https://youtu.be/XnUwJxxlzSg?t=40s"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atneyrobotics.com/" TargetMode="External"/><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14.jp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正方形/長方形 30">
            <a:extLst>
              <a:ext uri="{FF2B5EF4-FFF2-40B4-BE49-F238E27FC236}">
                <a16:creationId xmlns:a16="http://schemas.microsoft.com/office/drawing/2014/main" id="{1FF8FA53-A101-BE51-3B92-C73B21BDFA41}"/>
              </a:ext>
            </a:extLst>
          </p:cNvPr>
          <p:cNvSpPr/>
          <p:nvPr/>
        </p:nvSpPr>
        <p:spPr>
          <a:xfrm>
            <a:off x="6403975" y="584200"/>
            <a:ext cx="5497513" cy="574675"/>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algn="ctr">
              <a:defRPr/>
            </a:pPr>
            <a:r>
              <a:rPr lang="en-US" altLang="ja-JP" b="1">
                <a:latin typeface="メイリオ" panose="020B0604030504040204" pitchFamily="34" charset="-128"/>
                <a:ea typeface="メイリオ" panose="020B0604030504040204" pitchFamily="34" charset="-128"/>
                <a:cs typeface="Meiryo UI" panose="020B0604030504040204" pitchFamily="34" charset="-128"/>
              </a:rPr>
              <a:t>Adam Cheong</a:t>
            </a:r>
            <a:endParaRPr lang="en-US" altLang="en-US">
              <a:ea typeface="メイリオ" panose="020B0604030504040204" pitchFamily="34" charset="-128"/>
              <a:cs typeface="Arial" panose="020B0604020202020204" pitchFamily="34" charset="0"/>
              <a:sym typeface="Arial" panose="020B0604020202020204" pitchFamily="34" charset="0"/>
            </a:endParaRPr>
          </a:p>
        </p:txBody>
      </p:sp>
      <p:sp>
        <p:nvSpPr>
          <p:cNvPr id="14338" name="Rectangle 30">
            <a:extLst>
              <a:ext uri="{FF2B5EF4-FFF2-40B4-BE49-F238E27FC236}">
                <a16:creationId xmlns:a16="http://schemas.microsoft.com/office/drawing/2014/main" id="{05B3DACA-AF79-9F63-A8B8-8C84718A7575}"/>
              </a:ext>
            </a:extLst>
          </p:cNvPr>
          <p:cNvSpPr>
            <a:spLocks noChangeArrowheads="1"/>
          </p:cNvSpPr>
          <p:nvPr/>
        </p:nvSpPr>
        <p:spPr bwMode="auto">
          <a:xfrm>
            <a:off x="1597025" y="0"/>
            <a:ext cx="7451725" cy="5492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ja-JP" sz="2600" b="1" u="sng">
                <a:solidFill>
                  <a:schemeClr val="bg1"/>
                </a:solidFill>
                <a:latin typeface="メイリオ" panose="020B0604030504040204" pitchFamily="34" charset="-128"/>
                <a:ea typeface="メイリオ" panose="020B0604030504040204" pitchFamily="34" charset="-128"/>
              </a:rPr>
              <a:t>English</a:t>
            </a:r>
            <a:r>
              <a:rPr lang="ja-JP" altLang="en-US" sz="2600" b="1" u="sng">
                <a:solidFill>
                  <a:schemeClr val="bg1"/>
                </a:solidFill>
                <a:latin typeface="メイリオ" panose="020B0604030504040204" pitchFamily="34" charset="-128"/>
                <a:ea typeface="メイリオ" panose="020B0604030504040204" pitchFamily="34" charset="-128"/>
              </a:rPr>
              <a:t>  </a:t>
            </a:r>
            <a:r>
              <a:rPr lang="en-US" altLang="ja-JP" sz="2600" b="1" u="sng">
                <a:solidFill>
                  <a:schemeClr val="bg1"/>
                </a:solidFill>
                <a:latin typeface="メイリオ" panose="020B0604030504040204" pitchFamily="34" charset="-128"/>
                <a:ea typeface="メイリオ" panose="020B0604030504040204" pitchFamily="34" charset="-128"/>
              </a:rPr>
              <a:t>SAMURAI </a:t>
            </a:r>
            <a:r>
              <a:rPr lang="ja-JP" altLang="en-US" sz="2600" b="1" u="sng">
                <a:solidFill>
                  <a:schemeClr val="bg1"/>
                </a:solidFill>
                <a:latin typeface="メイリオ" panose="020B0604030504040204" pitchFamily="34" charset="-128"/>
                <a:ea typeface="メイリオ" panose="020B0604030504040204" pitchFamily="34" charset="-128"/>
              </a:rPr>
              <a:t>　　</a:t>
            </a:r>
            <a:r>
              <a:rPr lang="en-US" altLang="ja-JP" sz="2600" b="1" u="sng">
                <a:solidFill>
                  <a:schemeClr val="bg1"/>
                </a:solidFill>
                <a:latin typeface="メイリオ" panose="020B0604030504040204" pitchFamily="34" charset="-128"/>
                <a:ea typeface="メイリオ" panose="020B0604030504040204" pitchFamily="34" charset="-128"/>
              </a:rPr>
              <a:t>vol.15</a:t>
            </a:r>
            <a:endParaRPr lang="ja-JP" altLang="en-US" sz="2600" b="1" u="sng">
              <a:solidFill>
                <a:schemeClr val="bg1"/>
              </a:solidFill>
              <a:latin typeface="メイリオ" panose="020B0604030504040204" pitchFamily="34" charset="-128"/>
              <a:ea typeface="メイリオ" panose="020B0604030504040204" pitchFamily="34" charset="-128"/>
              <a:cs typeface="Ebrima" panose="02000000000000000000" pitchFamily="2" charset="0"/>
            </a:endParaRPr>
          </a:p>
        </p:txBody>
      </p:sp>
      <p:sp>
        <p:nvSpPr>
          <p:cNvPr id="3" name="正方形/長方形 2">
            <a:extLst>
              <a:ext uri="{FF2B5EF4-FFF2-40B4-BE49-F238E27FC236}">
                <a16:creationId xmlns:a16="http://schemas.microsoft.com/office/drawing/2014/main" id="{D6B1A602-DDBE-5882-4945-AAED126D51E4}"/>
              </a:ext>
            </a:extLst>
          </p:cNvPr>
          <p:cNvSpPr/>
          <p:nvPr/>
        </p:nvSpPr>
        <p:spPr>
          <a:xfrm>
            <a:off x="276225" y="0"/>
            <a:ext cx="7620000" cy="476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ja-JP" sz="2800" b="1" i="1" u="sng" dirty="0" err="1">
                <a:solidFill>
                  <a:srgbClr val="002060"/>
                </a:solidFill>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cs typeface="Meiryo UI" panose="020B0604030504040204" pitchFamily="50" charset="-128"/>
              </a:rPr>
              <a:t>Masason</a:t>
            </a:r>
            <a:r>
              <a:rPr lang="en-US" altLang="ja-JP" sz="2800" b="1" i="1" u="sng" dirty="0">
                <a:solidFill>
                  <a:srgbClr val="002060"/>
                </a:solidFill>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cs typeface="Meiryo UI" panose="020B0604030504040204" pitchFamily="50" charset="-128"/>
              </a:rPr>
              <a:t> Foundation</a:t>
            </a:r>
            <a:r>
              <a:rPr lang="ja-JP" altLang="en-US" sz="2800" b="1" i="1" u="sng" dirty="0">
                <a:solidFill>
                  <a:srgbClr val="002060"/>
                </a:solidFill>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cs typeface="Meiryo UI" panose="020B0604030504040204" pitchFamily="50" charset="-128"/>
              </a:rPr>
              <a:t> </a:t>
            </a:r>
            <a:r>
              <a:rPr lang="en-US" altLang="ja-JP" sz="2800" b="1" i="1" u="sng" dirty="0">
                <a:solidFill>
                  <a:srgbClr val="002060"/>
                </a:solidFill>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cs typeface="Meiryo UI" panose="020B0604030504040204" pitchFamily="50" charset="-128"/>
              </a:rPr>
              <a:t>Profile Sheet</a:t>
            </a:r>
            <a:endParaRPr lang="ja-JP" altLang="en-US" sz="2800" b="1" i="1" u="sng" dirty="0">
              <a:solidFill>
                <a:srgbClr val="002060"/>
              </a:solidFill>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cs typeface="Meiryo UI" panose="020B0604030504040204" pitchFamily="50" charset="-128"/>
            </a:endParaRPr>
          </a:p>
        </p:txBody>
      </p:sp>
      <p:sp>
        <p:nvSpPr>
          <p:cNvPr id="4" name="正方形/長方形 3">
            <a:extLst>
              <a:ext uri="{FF2B5EF4-FFF2-40B4-BE49-F238E27FC236}">
                <a16:creationId xmlns:a16="http://schemas.microsoft.com/office/drawing/2014/main" id="{CB0CF991-4873-0848-150E-3AC4C2ABB52B}"/>
              </a:ext>
            </a:extLst>
          </p:cNvPr>
          <p:cNvSpPr/>
          <p:nvPr/>
        </p:nvSpPr>
        <p:spPr>
          <a:xfrm>
            <a:off x="4443464" y="591484"/>
            <a:ext cx="1846899" cy="565619"/>
          </a:xfrm>
          <a:prstGeom prst="rect">
            <a:avLst/>
          </a:prstGeom>
          <a:solidFill>
            <a:schemeClr val="accent2"/>
          </a:solidFill>
          <a:ln>
            <a:noFill/>
          </a:ln>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US" altLang="ja-JP" sz="1600" b="1" dirty="0">
                <a:solidFill>
                  <a:schemeClr val="bg1"/>
                </a:solidFill>
                <a:latin typeface="メイリオ" panose="020B0604030504040204" pitchFamily="50" charset="-128"/>
                <a:ea typeface="メイリオ" panose="020B0604030504040204" pitchFamily="50" charset="-128"/>
                <a:cs typeface="Meiryo UI" panose="020B0604030504040204" pitchFamily="50" charset="-128"/>
              </a:rPr>
              <a:t>Name</a:t>
            </a:r>
            <a:r>
              <a:rPr lang="ja-JP" altLang="en-US" sz="1600" b="1" dirty="0">
                <a:solidFill>
                  <a:schemeClr val="bg1"/>
                </a:solidFill>
                <a:latin typeface="メイリオ" panose="020B0604030504040204" pitchFamily="50" charset="-128"/>
                <a:ea typeface="メイリオ" panose="020B0604030504040204" pitchFamily="50" charset="-128"/>
                <a:cs typeface="Meiryo UI" panose="020B0604030504040204" pitchFamily="50" charset="-128"/>
              </a:rPr>
              <a:t> </a:t>
            </a:r>
            <a:endParaRPr lang="en-US" altLang="ja-JP" sz="1600" b="1" dirty="0">
              <a:solidFill>
                <a:schemeClr val="bg1"/>
              </a:solidFill>
              <a:latin typeface="メイリオ" panose="020B0604030504040204" pitchFamily="50" charset="-128"/>
              <a:ea typeface="メイリオ" panose="020B0604030504040204" pitchFamily="50" charset="-128"/>
              <a:cs typeface="Meiryo UI" panose="020B0604030504040204" pitchFamily="50" charset="-128"/>
            </a:endParaRPr>
          </a:p>
        </p:txBody>
      </p:sp>
      <p:sp>
        <p:nvSpPr>
          <p:cNvPr id="6" name="正方形/長方形 5">
            <a:extLst>
              <a:ext uri="{FF2B5EF4-FFF2-40B4-BE49-F238E27FC236}">
                <a16:creationId xmlns:a16="http://schemas.microsoft.com/office/drawing/2014/main" id="{61D88066-3407-B477-7DF8-834860351329}"/>
              </a:ext>
            </a:extLst>
          </p:cNvPr>
          <p:cNvSpPr/>
          <p:nvPr/>
        </p:nvSpPr>
        <p:spPr>
          <a:xfrm>
            <a:off x="2359025" y="2662238"/>
            <a:ext cx="9540875" cy="1379537"/>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50" dirty="0">
                <a:solidFill>
                  <a:schemeClr val="dk1"/>
                </a:solidFill>
                <a:latin typeface="Meiryo" panose="020B0604030504040204" pitchFamily="34" charset="-128"/>
                <a:ea typeface="Meiryo" panose="020B0604030504040204" pitchFamily="34" charset="-128"/>
              </a:rPr>
              <a:t>A “founding intern” at Watney Robotics, a Silicon Valley startup from July 2023, where I assemble robot arm controllers for teleoperation, perform data labeling, and conduct ML models training. Watney Robotics recently closed a $9 million seed round and is growing steadily. My science and engineering projects since 7</a:t>
            </a:r>
            <a:r>
              <a:rPr lang="en-US" sz="1450" baseline="30000" dirty="0">
                <a:solidFill>
                  <a:schemeClr val="dk1"/>
                </a:solidFill>
                <a:latin typeface="Meiryo" panose="020B0604030504040204" pitchFamily="34" charset="-128"/>
                <a:ea typeface="Meiryo" panose="020B0604030504040204" pitchFamily="34" charset="-128"/>
              </a:rPr>
              <a:t>th</a:t>
            </a:r>
            <a:r>
              <a:rPr lang="en-US" sz="1450" dirty="0">
                <a:solidFill>
                  <a:schemeClr val="dk1"/>
                </a:solidFill>
                <a:latin typeface="Meiryo" panose="020B0604030504040204" pitchFamily="34" charset="-128"/>
                <a:ea typeface="Meiryo" panose="020B0604030504040204" pitchFamily="34" charset="-128"/>
              </a:rPr>
              <a:t> grade have won STEM fair awards every year — a total of 7 prizes. I’ve also won 2 national contest awards: USA </a:t>
            </a:r>
            <a:r>
              <a:rPr lang="en-US" sz="1450" dirty="0" err="1">
                <a:solidFill>
                  <a:schemeClr val="dk1"/>
                </a:solidFill>
                <a:latin typeface="Meiryo" panose="020B0604030504040204" pitchFamily="34" charset="-128"/>
                <a:ea typeface="Meiryo" panose="020B0604030504040204" pitchFamily="34" charset="-128"/>
              </a:rPr>
              <a:t>Biolympiad</a:t>
            </a:r>
            <a:r>
              <a:rPr lang="en-US" sz="1450" dirty="0">
                <a:solidFill>
                  <a:schemeClr val="dk1"/>
                </a:solidFill>
                <a:latin typeface="Meiryo" panose="020B0604030504040204" pitchFamily="34" charset="-128"/>
                <a:ea typeface="Meiryo" panose="020B0604030504040204" pitchFamily="34" charset="-128"/>
              </a:rPr>
              <a:t> and National Latin Exam. I’ll be presenting a poster session on computational biology in the 25th International Worm Meeting at UC Davis in June 2025.</a:t>
            </a:r>
            <a:endParaRPr lang="en-US" altLang="ja-JP" sz="1450" b="1" dirty="0">
              <a:solidFill>
                <a:srgbClr val="002060"/>
              </a:solidFill>
              <a:latin typeface="Meiryo" panose="020B0604030504040204" pitchFamily="34" charset="-128"/>
              <a:ea typeface="Meiryo" panose="020B0604030504040204" pitchFamily="34" charset="-128"/>
              <a:cs typeface="Meiryo UI" panose="020B0604030504040204" pitchFamily="50" charset="-128"/>
            </a:endParaRPr>
          </a:p>
        </p:txBody>
      </p:sp>
      <p:sp>
        <p:nvSpPr>
          <p:cNvPr id="27" name="正方形/長方形 26">
            <a:extLst>
              <a:ext uri="{FF2B5EF4-FFF2-40B4-BE49-F238E27FC236}">
                <a16:creationId xmlns:a16="http://schemas.microsoft.com/office/drawing/2014/main" id="{76485C0B-3A42-408B-EBCB-192BD15A5AD3}"/>
              </a:ext>
            </a:extLst>
          </p:cNvPr>
          <p:cNvSpPr/>
          <p:nvPr/>
        </p:nvSpPr>
        <p:spPr>
          <a:xfrm>
            <a:off x="7029450" y="1265238"/>
            <a:ext cx="3284538" cy="574675"/>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ja-JP" sz="1600" b="1"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Proof School</a:t>
            </a:r>
            <a:r>
              <a:rPr lang="ja-JP" altLang="en-US" sz="1600" b="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lang="en-US" altLang="ja-JP" sz="1600" b="1"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10th Grade</a:t>
            </a:r>
            <a:endParaRPr lang="ja-JP" altLang="en-US" sz="1600" b="1"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p:txBody>
      </p:sp>
      <p:sp>
        <p:nvSpPr>
          <p:cNvPr id="29" name="正方形/長方形 28">
            <a:extLst>
              <a:ext uri="{FF2B5EF4-FFF2-40B4-BE49-F238E27FC236}">
                <a16:creationId xmlns:a16="http://schemas.microsoft.com/office/drawing/2014/main" id="{0E8CB259-DD8E-54F0-4F86-4DBC853A9C6D}"/>
              </a:ext>
            </a:extLst>
          </p:cNvPr>
          <p:cNvSpPr/>
          <p:nvPr/>
        </p:nvSpPr>
        <p:spPr>
          <a:xfrm>
            <a:off x="4443464" y="1264701"/>
            <a:ext cx="2494345" cy="565619"/>
          </a:xfrm>
          <a:prstGeom prst="rect">
            <a:avLst/>
          </a:prstGeom>
          <a:solidFill>
            <a:schemeClr val="accent2"/>
          </a:solidFill>
          <a:ln>
            <a:noFill/>
          </a:ln>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US" altLang="ja-JP" sz="1400" b="1" dirty="0">
                <a:solidFill>
                  <a:schemeClr val="bg1"/>
                </a:solidFill>
                <a:latin typeface="メイリオ" panose="020B0604030504040204" pitchFamily="50" charset="-128"/>
                <a:ea typeface="メイリオ" panose="020B0604030504040204" pitchFamily="50" charset="-128"/>
                <a:cs typeface="Meiryo UI" panose="020B0604030504040204" pitchFamily="50" charset="-128"/>
              </a:rPr>
              <a:t>School name</a:t>
            </a:r>
            <a:r>
              <a:rPr lang="ja-JP" altLang="en-US" sz="1400" b="1" dirty="0">
                <a:solidFill>
                  <a:schemeClr val="bg1"/>
                </a:solidFill>
                <a:latin typeface="メイリオ" panose="020B0604030504040204" pitchFamily="50" charset="-128"/>
                <a:ea typeface="メイリオ" panose="020B0604030504040204" pitchFamily="50" charset="-128"/>
                <a:cs typeface="Meiryo UI" panose="020B0604030504040204" pitchFamily="50" charset="-128"/>
              </a:rPr>
              <a:t>・</a:t>
            </a:r>
            <a:r>
              <a:rPr lang="en-US" altLang="ja-JP" sz="1400" b="1" dirty="0">
                <a:solidFill>
                  <a:schemeClr val="bg1"/>
                </a:solidFill>
                <a:latin typeface="メイリオ" panose="020B0604030504040204" pitchFamily="50" charset="-128"/>
                <a:ea typeface="メイリオ" panose="020B0604030504040204" pitchFamily="50" charset="-128"/>
                <a:cs typeface="Meiryo UI" panose="020B0604030504040204" pitchFamily="50" charset="-128"/>
              </a:rPr>
              <a:t>Grade/</a:t>
            </a:r>
          </a:p>
          <a:p>
            <a:pPr algn="ctr">
              <a:defRPr/>
            </a:pPr>
            <a:r>
              <a:rPr lang="en-US" altLang="ja-JP" sz="1400" b="1" dirty="0">
                <a:solidFill>
                  <a:schemeClr val="bg1"/>
                </a:solidFill>
                <a:latin typeface="メイリオ" panose="020B0604030504040204" pitchFamily="50" charset="-128"/>
                <a:ea typeface="メイリオ" panose="020B0604030504040204" pitchFamily="50" charset="-128"/>
                <a:cs typeface="Meiryo UI" panose="020B0604030504040204" pitchFamily="50" charset="-128"/>
              </a:rPr>
              <a:t>Company name</a:t>
            </a:r>
            <a:endParaRPr lang="ja-JP" altLang="en-US" sz="1400" b="1" dirty="0">
              <a:solidFill>
                <a:schemeClr val="bg1"/>
              </a:solidFill>
              <a:latin typeface="メイリオ" panose="020B0604030504040204" pitchFamily="50" charset="-128"/>
              <a:ea typeface="メイリオ" panose="020B0604030504040204" pitchFamily="50" charset="-128"/>
              <a:cs typeface="Meiryo UI" panose="020B0604030504040204" pitchFamily="50" charset="-128"/>
            </a:endParaRPr>
          </a:p>
        </p:txBody>
      </p:sp>
      <p:sp>
        <p:nvSpPr>
          <p:cNvPr id="36" name="正方形/長方形 35">
            <a:extLst>
              <a:ext uri="{FF2B5EF4-FFF2-40B4-BE49-F238E27FC236}">
                <a16:creationId xmlns:a16="http://schemas.microsoft.com/office/drawing/2014/main" id="{4DD384A3-DE13-1E8F-17B8-04683E18EDAC}"/>
              </a:ext>
            </a:extLst>
          </p:cNvPr>
          <p:cNvSpPr/>
          <p:nvPr/>
        </p:nvSpPr>
        <p:spPr>
          <a:xfrm>
            <a:off x="11136313" y="1255713"/>
            <a:ext cx="763587" cy="574675"/>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ja-JP" sz="1600" b="1" dirty="0">
                <a:solidFill>
                  <a:srgbClr val="002060"/>
                </a:solidFill>
                <a:latin typeface="メイリオ" panose="020B0604030504040204" pitchFamily="50" charset="-128"/>
                <a:ea typeface="メイリオ" panose="020B0604030504040204" pitchFamily="50" charset="-128"/>
                <a:cs typeface="Meiryo UI" panose="020B0604030504040204" pitchFamily="50" charset="-128"/>
              </a:rPr>
              <a:t>16</a:t>
            </a:r>
            <a:endParaRPr lang="ja-JP" altLang="en-US" sz="1600" b="1" dirty="0">
              <a:solidFill>
                <a:srgbClr val="002060"/>
              </a:solidFill>
              <a:latin typeface="メイリオ" panose="020B0604030504040204" pitchFamily="50" charset="-128"/>
              <a:ea typeface="メイリオ" panose="020B0604030504040204" pitchFamily="50" charset="-128"/>
              <a:cs typeface="Meiryo UI" panose="020B0604030504040204" pitchFamily="50" charset="-128"/>
            </a:endParaRPr>
          </a:p>
        </p:txBody>
      </p:sp>
      <p:sp>
        <p:nvSpPr>
          <p:cNvPr id="37" name="正方形/長方形 36">
            <a:extLst>
              <a:ext uri="{FF2B5EF4-FFF2-40B4-BE49-F238E27FC236}">
                <a16:creationId xmlns:a16="http://schemas.microsoft.com/office/drawing/2014/main" id="{984254FF-028C-0A0D-9732-5A49E47ED330}"/>
              </a:ext>
            </a:extLst>
          </p:cNvPr>
          <p:cNvSpPr/>
          <p:nvPr/>
        </p:nvSpPr>
        <p:spPr>
          <a:xfrm>
            <a:off x="10405404" y="1248504"/>
            <a:ext cx="639627" cy="581816"/>
          </a:xfrm>
          <a:prstGeom prst="rect">
            <a:avLst/>
          </a:prstGeom>
          <a:solidFill>
            <a:schemeClr val="accent2"/>
          </a:solidFill>
          <a:ln>
            <a:noFill/>
          </a:ln>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US" altLang="ja-JP" sz="1600" b="1" dirty="0">
                <a:solidFill>
                  <a:schemeClr val="bg1"/>
                </a:solidFill>
                <a:latin typeface="メイリオ" panose="020B0604030504040204" pitchFamily="50" charset="-128"/>
                <a:ea typeface="メイリオ" panose="020B0604030504040204" pitchFamily="50" charset="-128"/>
                <a:cs typeface="Meiryo UI" panose="020B0604030504040204" pitchFamily="50" charset="-128"/>
              </a:rPr>
              <a:t>Age</a:t>
            </a:r>
          </a:p>
        </p:txBody>
      </p:sp>
      <p:sp>
        <p:nvSpPr>
          <p:cNvPr id="24" name="正方形/長方形 23">
            <a:extLst>
              <a:ext uri="{FF2B5EF4-FFF2-40B4-BE49-F238E27FC236}">
                <a16:creationId xmlns:a16="http://schemas.microsoft.com/office/drawing/2014/main" id="{26C91877-FD83-7D71-09EC-30FEFFD63A67}"/>
              </a:ext>
            </a:extLst>
          </p:cNvPr>
          <p:cNvSpPr/>
          <p:nvPr/>
        </p:nvSpPr>
        <p:spPr>
          <a:xfrm>
            <a:off x="335360" y="2639175"/>
            <a:ext cx="1951063" cy="1377769"/>
          </a:xfrm>
          <a:prstGeom prst="rect">
            <a:avLst/>
          </a:prstGeom>
          <a:solidFill>
            <a:schemeClr val="accent2"/>
          </a:solidFill>
          <a:ln>
            <a:noFill/>
          </a:ln>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US" altLang="ja-JP" b="1" dirty="0">
                <a:solidFill>
                  <a:schemeClr val="bg1"/>
                </a:solidFill>
                <a:latin typeface="メイリオ" panose="020B0604030504040204" pitchFamily="50" charset="-128"/>
                <a:ea typeface="メイリオ" panose="020B0604030504040204" pitchFamily="50" charset="-128"/>
                <a:cs typeface="Meiryo UI" panose="020B0604030504040204" pitchFamily="50" charset="-128"/>
              </a:rPr>
              <a:t>Achievements</a:t>
            </a:r>
          </a:p>
        </p:txBody>
      </p:sp>
      <p:sp>
        <p:nvSpPr>
          <p:cNvPr id="38" name="正方形/長方形 37">
            <a:extLst>
              <a:ext uri="{FF2B5EF4-FFF2-40B4-BE49-F238E27FC236}">
                <a16:creationId xmlns:a16="http://schemas.microsoft.com/office/drawing/2014/main" id="{8AF74511-713A-D738-5CE4-A7E8C4DCBD04}"/>
              </a:ext>
            </a:extLst>
          </p:cNvPr>
          <p:cNvSpPr/>
          <p:nvPr/>
        </p:nvSpPr>
        <p:spPr>
          <a:xfrm>
            <a:off x="2360613" y="4111625"/>
            <a:ext cx="9539287" cy="1231900"/>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50" dirty="0">
                <a:solidFill>
                  <a:schemeClr val="dk1"/>
                </a:solidFill>
                <a:latin typeface="Meiryo" panose="020B0604030504040204" pitchFamily="34" charset="-128"/>
                <a:ea typeface="Meiryo" panose="020B0604030504040204" pitchFamily="34" charset="-128"/>
              </a:rPr>
              <a:t>Science, engineering, math and finance. I have been a member of the Berkeley Math Circle for 10 years, where I’ve developed my mathematical reasoning skills. I scored a five on the AP Biology exam during freshman year. As a sophomore, I am pursuing a “double science” track with AP Chemistry and AP Physics C: Mechanics, along with AP Calculus BC. I’ve been practicing bouldering, a unique skill that combines puzzle solving with physical feats — exercising both brain and brawn — during high school.</a:t>
            </a:r>
            <a:endParaRPr lang="en-US" sz="1450" dirty="0">
              <a:solidFill>
                <a:schemeClr val="dk1"/>
              </a:solidFill>
              <a:latin typeface="Meiryo" panose="020B0604030504040204" pitchFamily="34" charset="-128"/>
              <a:ea typeface="Meiryo" panose="020B0604030504040204" pitchFamily="34" charset="-128"/>
              <a:cs typeface="Arial"/>
              <a:sym typeface="Arial"/>
            </a:endParaRPr>
          </a:p>
        </p:txBody>
      </p:sp>
      <p:sp>
        <p:nvSpPr>
          <p:cNvPr id="39" name="正方形/長方形 38">
            <a:extLst>
              <a:ext uri="{FF2B5EF4-FFF2-40B4-BE49-F238E27FC236}">
                <a16:creationId xmlns:a16="http://schemas.microsoft.com/office/drawing/2014/main" id="{2DE8336D-ECD7-1775-91B9-8246ED390421}"/>
              </a:ext>
            </a:extLst>
          </p:cNvPr>
          <p:cNvSpPr/>
          <p:nvPr/>
        </p:nvSpPr>
        <p:spPr>
          <a:xfrm>
            <a:off x="335360" y="4112200"/>
            <a:ext cx="1952203" cy="1230952"/>
          </a:xfrm>
          <a:prstGeom prst="rect">
            <a:avLst/>
          </a:prstGeom>
          <a:solidFill>
            <a:schemeClr val="accent2"/>
          </a:solidFill>
          <a:ln>
            <a:noFill/>
          </a:ln>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US" altLang="ja-JP" b="1" dirty="0">
                <a:solidFill>
                  <a:schemeClr val="bg1"/>
                </a:solidFill>
                <a:latin typeface="メイリオ" panose="020B0604030504040204" pitchFamily="50" charset="-128"/>
                <a:ea typeface="メイリオ" panose="020B0604030504040204" pitchFamily="50" charset="-128"/>
                <a:cs typeface="Meiryo UI" panose="020B0604030504040204" pitchFamily="50" charset="-128"/>
              </a:rPr>
              <a:t>Interests</a:t>
            </a:r>
            <a:endParaRPr lang="en-US" altLang="ja-JP" sz="2000" b="1" dirty="0">
              <a:solidFill>
                <a:schemeClr val="bg1"/>
              </a:solidFill>
              <a:latin typeface="メイリオ" panose="020B0604030504040204" pitchFamily="50" charset="-128"/>
              <a:ea typeface="メイリオ" panose="020B0604030504040204" pitchFamily="50" charset="-128"/>
              <a:cs typeface="Meiryo UI" panose="020B0604030504040204" pitchFamily="50" charset="-128"/>
            </a:endParaRPr>
          </a:p>
        </p:txBody>
      </p:sp>
      <p:sp>
        <p:nvSpPr>
          <p:cNvPr id="25" name="正方形/長方形 24">
            <a:extLst>
              <a:ext uri="{FF2B5EF4-FFF2-40B4-BE49-F238E27FC236}">
                <a16:creationId xmlns:a16="http://schemas.microsoft.com/office/drawing/2014/main" id="{ECCF79C1-1E7E-4C34-EE97-31A07D3E9C84}"/>
              </a:ext>
            </a:extLst>
          </p:cNvPr>
          <p:cNvSpPr/>
          <p:nvPr/>
        </p:nvSpPr>
        <p:spPr>
          <a:xfrm>
            <a:off x="2360613" y="5438775"/>
            <a:ext cx="9539287" cy="1230313"/>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50" dirty="0">
                <a:solidFill>
                  <a:schemeClr val="dk1"/>
                </a:solidFill>
                <a:latin typeface="Meiryo" panose="020B0604030504040204" pitchFamily="34" charset="-128"/>
                <a:ea typeface="Meiryo" panose="020B0604030504040204" pitchFamily="34" charset="-128"/>
              </a:rPr>
              <a:t>I am always excited by the challenge of applying what I learn to solving real-world problems. I plan to study computer science at UC Berkeley this summer; finish 7 AP exams before college; write a research paper; and graduate with 18 math courses. I shall double major in engineering and finance at a top university. I aspire to identify and formulate the most important unsolved problems in robotics for our generation, to create a future in which collective intelligence and resources are mobilized to solve them.</a:t>
            </a:r>
            <a:endParaRPr lang="en-US" sz="1450" dirty="0">
              <a:solidFill>
                <a:schemeClr val="dk1"/>
              </a:solidFill>
              <a:latin typeface="Meiryo" panose="020B0604030504040204" pitchFamily="34" charset="-128"/>
              <a:ea typeface="Meiryo" panose="020B0604030504040204" pitchFamily="34" charset="-128"/>
              <a:cs typeface="Arial"/>
              <a:sym typeface="Arial"/>
            </a:endParaRPr>
          </a:p>
        </p:txBody>
      </p:sp>
      <p:sp>
        <p:nvSpPr>
          <p:cNvPr id="28" name="正方形/長方形 27">
            <a:extLst>
              <a:ext uri="{FF2B5EF4-FFF2-40B4-BE49-F238E27FC236}">
                <a16:creationId xmlns:a16="http://schemas.microsoft.com/office/drawing/2014/main" id="{857C1F09-A0A8-B575-4C5C-76DE599A5EB3}"/>
              </a:ext>
            </a:extLst>
          </p:cNvPr>
          <p:cNvSpPr/>
          <p:nvPr/>
        </p:nvSpPr>
        <p:spPr>
          <a:xfrm>
            <a:off x="335360" y="5438409"/>
            <a:ext cx="1952203" cy="1230952"/>
          </a:xfrm>
          <a:prstGeom prst="rect">
            <a:avLst/>
          </a:prstGeom>
          <a:solidFill>
            <a:schemeClr val="accent2"/>
          </a:solidFill>
          <a:ln>
            <a:noFill/>
          </a:ln>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US" altLang="ja-JP" b="1" dirty="0">
                <a:solidFill>
                  <a:schemeClr val="bg1"/>
                </a:solidFill>
                <a:latin typeface="メイリオ" panose="020B0604030504040204" pitchFamily="50" charset="-128"/>
                <a:ea typeface="メイリオ" panose="020B0604030504040204" pitchFamily="50" charset="-128"/>
                <a:cs typeface="Meiryo UI" panose="020B0604030504040204" pitchFamily="50" charset="-128"/>
              </a:rPr>
              <a:t>Goals and Ambitions</a:t>
            </a:r>
          </a:p>
        </p:txBody>
      </p:sp>
      <p:sp>
        <p:nvSpPr>
          <p:cNvPr id="30" name="正方形/長方形 29">
            <a:extLst>
              <a:ext uri="{FF2B5EF4-FFF2-40B4-BE49-F238E27FC236}">
                <a16:creationId xmlns:a16="http://schemas.microsoft.com/office/drawing/2014/main" id="{E42636EA-439A-CBFD-E6AC-5B964697630F}"/>
              </a:ext>
            </a:extLst>
          </p:cNvPr>
          <p:cNvSpPr/>
          <p:nvPr/>
        </p:nvSpPr>
        <p:spPr>
          <a:xfrm>
            <a:off x="10188575" y="1936750"/>
            <a:ext cx="1712913" cy="574675"/>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ja-JP" sz="1600" b="1" dirty="0">
                <a:solidFill>
                  <a:srgbClr val="002060"/>
                </a:solidFill>
                <a:latin typeface="メイリオ" panose="020B0604030504040204" pitchFamily="50" charset="-128"/>
                <a:ea typeface="メイリオ" panose="020B0604030504040204" pitchFamily="50" charset="-128"/>
                <a:cs typeface="Meiryo UI" panose="020B0604030504040204" pitchFamily="50" charset="-128"/>
              </a:rPr>
              <a:t>USA</a:t>
            </a:r>
            <a:endParaRPr lang="ja-JP" altLang="en-US" sz="1600" b="1" dirty="0">
              <a:solidFill>
                <a:srgbClr val="002060"/>
              </a:solidFill>
              <a:latin typeface="メイリオ" panose="020B0604030504040204" pitchFamily="50" charset="-128"/>
              <a:ea typeface="メイリオ" panose="020B0604030504040204" pitchFamily="50" charset="-128"/>
              <a:cs typeface="Meiryo UI" panose="020B0604030504040204" pitchFamily="50" charset="-128"/>
            </a:endParaRPr>
          </a:p>
        </p:txBody>
      </p:sp>
      <p:sp>
        <p:nvSpPr>
          <p:cNvPr id="33" name="正方形/長方形 32">
            <a:extLst>
              <a:ext uri="{FF2B5EF4-FFF2-40B4-BE49-F238E27FC236}">
                <a16:creationId xmlns:a16="http://schemas.microsoft.com/office/drawing/2014/main" id="{6A610618-EC4C-A392-597E-C3D75176BD50}"/>
              </a:ext>
            </a:extLst>
          </p:cNvPr>
          <p:cNvSpPr/>
          <p:nvPr/>
        </p:nvSpPr>
        <p:spPr>
          <a:xfrm>
            <a:off x="8228496" y="1936908"/>
            <a:ext cx="1846899" cy="581816"/>
          </a:xfrm>
          <a:prstGeom prst="rect">
            <a:avLst/>
          </a:prstGeom>
          <a:solidFill>
            <a:schemeClr val="accent2"/>
          </a:solidFill>
          <a:ln>
            <a:noFill/>
          </a:ln>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US" altLang="ja-JP" sz="1400" b="1" dirty="0">
                <a:solidFill>
                  <a:schemeClr val="bg1"/>
                </a:solidFill>
                <a:latin typeface="メイリオ" panose="020B0604030504040204" pitchFamily="50" charset="-128"/>
                <a:ea typeface="メイリオ" panose="020B0604030504040204" pitchFamily="50" charset="-128"/>
                <a:cs typeface="Meiryo UI" panose="020B0604030504040204" pitchFamily="50" charset="-128"/>
              </a:rPr>
              <a:t>Country you currently live in </a:t>
            </a:r>
          </a:p>
        </p:txBody>
      </p:sp>
      <p:sp>
        <p:nvSpPr>
          <p:cNvPr id="35" name="正方形/長方形 34">
            <a:extLst>
              <a:ext uri="{FF2B5EF4-FFF2-40B4-BE49-F238E27FC236}">
                <a16:creationId xmlns:a16="http://schemas.microsoft.com/office/drawing/2014/main" id="{0739CE80-B3B3-577C-E8F3-68FD82C13199}"/>
              </a:ext>
            </a:extLst>
          </p:cNvPr>
          <p:cNvSpPr/>
          <p:nvPr/>
        </p:nvSpPr>
        <p:spPr>
          <a:xfrm>
            <a:off x="575511" y="571172"/>
            <a:ext cx="3584261" cy="1921724"/>
          </a:xfrm>
          <a:prstGeom prst="rect">
            <a:avLst/>
          </a:prstGeom>
          <a:solidFill>
            <a:schemeClr val="bg1">
              <a:lumMod val="75000"/>
            </a:schemeClr>
          </a:solidFill>
          <a:ln>
            <a:noFill/>
          </a:ln>
          <a:effectLst/>
          <a:scene3d>
            <a:camera prst="orthographicFront">
              <a:rot lat="0" lon="0" rev="0"/>
            </a:camera>
            <a:lightRig rig="threePt" dir="t">
              <a:rot lat="0" lon="0" rev="1200000"/>
            </a:lightRig>
          </a:scene3d>
          <a:sp3d/>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US" altLang="ja-JP" sz="1600" b="1"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Please attach your</a:t>
            </a:r>
            <a:r>
              <a:rPr lang="ja-JP" altLang="en-US" sz="1600" b="1"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a:t>
            </a:r>
            <a:r>
              <a:rPr lang="en-US" altLang="ja-JP" sz="1600" b="1"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headshot that clearly shows your </a:t>
            </a:r>
            <a:br>
              <a:rPr lang="en-US" altLang="ja-JP" sz="1600" b="1"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br>
            <a:r>
              <a:rPr lang="en-US" altLang="ja-JP" sz="1600" b="1"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front face</a:t>
            </a:r>
          </a:p>
        </p:txBody>
      </p:sp>
      <p:sp>
        <p:nvSpPr>
          <p:cNvPr id="19" name="正方形/長方形 18">
            <a:extLst>
              <a:ext uri="{FF2B5EF4-FFF2-40B4-BE49-F238E27FC236}">
                <a16:creationId xmlns:a16="http://schemas.microsoft.com/office/drawing/2014/main" id="{9047AAC8-3858-A4E7-5122-ED84E8233605}"/>
              </a:ext>
            </a:extLst>
          </p:cNvPr>
          <p:cNvSpPr/>
          <p:nvPr/>
        </p:nvSpPr>
        <p:spPr>
          <a:xfrm>
            <a:off x="6415088" y="1946275"/>
            <a:ext cx="1712912" cy="574675"/>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ja-JP" sz="1600" b="1" dirty="0">
                <a:solidFill>
                  <a:srgbClr val="002060"/>
                </a:solidFill>
                <a:latin typeface="メイリオ" panose="020B0604030504040204" pitchFamily="50" charset="-128"/>
                <a:ea typeface="メイリオ" panose="020B0604030504040204" pitchFamily="50" charset="-128"/>
                <a:cs typeface="Meiryo UI" panose="020B0604030504040204" pitchFamily="50" charset="-128"/>
              </a:rPr>
              <a:t>USA</a:t>
            </a:r>
            <a:endParaRPr lang="ja-JP" altLang="en-US" sz="1600" b="1" dirty="0">
              <a:solidFill>
                <a:srgbClr val="002060"/>
              </a:solidFill>
              <a:latin typeface="メイリオ" panose="020B0604030504040204" pitchFamily="50" charset="-128"/>
              <a:ea typeface="メイリオ" panose="020B0604030504040204" pitchFamily="50" charset="-128"/>
              <a:cs typeface="Meiryo UI" panose="020B0604030504040204" pitchFamily="50" charset="-128"/>
            </a:endParaRPr>
          </a:p>
        </p:txBody>
      </p:sp>
      <p:sp>
        <p:nvSpPr>
          <p:cNvPr id="20" name="正方形/長方形 19">
            <a:extLst>
              <a:ext uri="{FF2B5EF4-FFF2-40B4-BE49-F238E27FC236}">
                <a16:creationId xmlns:a16="http://schemas.microsoft.com/office/drawing/2014/main" id="{F3753788-9F60-69A5-B8CE-D3D04DEE5223}"/>
              </a:ext>
            </a:extLst>
          </p:cNvPr>
          <p:cNvSpPr/>
          <p:nvPr/>
        </p:nvSpPr>
        <p:spPr>
          <a:xfrm>
            <a:off x="4454752" y="1946434"/>
            <a:ext cx="1846899" cy="581816"/>
          </a:xfrm>
          <a:prstGeom prst="rect">
            <a:avLst/>
          </a:prstGeom>
          <a:solidFill>
            <a:schemeClr val="accent2"/>
          </a:solidFill>
          <a:ln>
            <a:noFill/>
          </a:ln>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US" altLang="ja-JP" sz="1400" b="1" dirty="0">
                <a:solidFill>
                  <a:schemeClr val="bg1"/>
                </a:solidFill>
                <a:latin typeface="メイリオ" panose="020B0604030504040204" pitchFamily="50" charset="-128"/>
                <a:ea typeface="メイリオ" panose="020B0604030504040204" pitchFamily="50" charset="-128"/>
                <a:cs typeface="Meiryo UI" panose="020B0604030504040204" pitchFamily="50" charset="-128"/>
              </a:rPr>
              <a:t>Nationality</a:t>
            </a:r>
          </a:p>
        </p:txBody>
      </p:sp>
      <p:pic>
        <p:nvPicPr>
          <p:cNvPr id="14374" name="Picture 8">
            <a:extLst>
              <a:ext uri="{FF2B5EF4-FFF2-40B4-BE49-F238E27FC236}">
                <a16:creationId xmlns:a16="http://schemas.microsoft.com/office/drawing/2014/main" id="{96C7AE92-38D5-E424-3489-82AEDD0E72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263" y="584200"/>
            <a:ext cx="3582987" cy="192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pic>
        <p:nvPicPr>
          <p:cNvPr id="63" name="Google Shape;63;p14" title="Slide 2.jpg"/>
          <p:cNvPicPr preferRelativeResize="0"/>
          <p:nvPr/>
        </p:nvPicPr>
        <p:blipFill>
          <a:blip r:embed="rId3">
            <a:alphaModFix/>
          </a:blip>
          <a:stretch>
            <a:fillRect/>
          </a:stretch>
        </p:blipFill>
        <p:spPr>
          <a:xfrm>
            <a:off x="0" y="0"/>
            <a:ext cx="12192000" cy="6858000"/>
          </a:xfrm>
          <a:prstGeom prst="rect">
            <a:avLst/>
          </a:prstGeom>
          <a:noFill/>
          <a:ln>
            <a:noFill/>
          </a:ln>
        </p:spPr>
      </p:pic>
      <p:graphicFrame>
        <p:nvGraphicFramePr>
          <p:cNvPr id="64" name="Google Shape;64;p14"/>
          <p:cNvGraphicFramePr/>
          <p:nvPr/>
        </p:nvGraphicFramePr>
        <p:xfrm>
          <a:off x="6504667" y="193267"/>
          <a:ext cx="5417601" cy="508000"/>
        </p:xfrm>
        <a:graphic>
          <a:graphicData uri="http://schemas.openxmlformats.org/drawingml/2006/table">
            <a:tbl>
              <a:tblPr>
                <a:noFill/>
              </a:tblPr>
              <a:tblGrid>
                <a:gridCol w="1243238">
                  <a:extLst>
                    <a:ext uri="{9D8B030D-6E8A-4147-A177-3AD203B41FA5}">
                      <a16:colId xmlns:a16="http://schemas.microsoft.com/office/drawing/2014/main" val="20000"/>
                    </a:ext>
                  </a:extLst>
                </a:gridCol>
                <a:gridCol w="1899000">
                  <a:extLst>
                    <a:ext uri="{9D8B030D-6E8A-4147-A177-3AD203B41FA5}">
                      <a16:colId xmlns:a16="http://schemas.microsoft.com/office/drawing/2014/main" val="20001"/>
                    </a:ext>
                  </a:extLst>
                </a:gridCol>
                <a:gridCol w="1398863">
                  <a:extLst>
                    <a:ext uri="{9D8B030D-6E8A-4147-A177-3AD203B41FA5}">
                      <a16:colId xmlns:a16="http://schemas.microsoft.com/office/drawing/2014/main" val="20002"/>
                    </a:ext>
                  </a:extLst>
                </a:gridCol>
                <a:gridCol w="876500">
                  <a:extLst>
                    <a:ext uri="{9D8B030D-6E8A-4147-A177-3AD203B41FA5}">
                      <a16:colId xmlns:a16="http://schemas.microsoft.com/office/drawing/2014/main" val="20003"/>
                    </a:ext>
                  </a:extLst>
                </a:gridCol>
              </a:tblGrid>
              <a:tr h="508000">
                <a:tc>
                  <a:txBody>
                    <a:bodyPr/>
                    <a:lstStyle/>
                    <a:p>
                      <a:pPr marL="0" lvl="0" indent="0" algn="ctr" rtl="0">
                        <a:spcBef>
                          <a:spcPts val="0"/>
                        </a:spcBef>
                        <a:spcAft>
                          <a:spcPts val="0"/>
                        </a:spcAft>
                        <a:buNone/>
                      </a:pPr>
                      <a:r>
                        <a:rPr lang="en" sz="2000" b="1">
                          <a:solidFill>
                            <a:srgbClr val="B509AC"/>
                          </a:solidFill>
                          <a:uFill>
                            <a:noFill/>
                          </a:uFill>
                          <a:hlinkClick r:id="rId4">
                            <a:extLst>
                              <a:ext uri="{A12FA001-AC4F-418D-AE19-62706E023703}">
                                <ahyp:hlinkClr xmlns:ahyp="http://schemas.microsoft.com/office/drawing/2018/hyperlinkcolor" val="tx"/>
                              </a:ext>
                            </a:extLst>
                          </a:hlinkClick>
                        </a:rPr>
                        <a:t>about</a:t>
                      </a:r>
                      <a:endParaRPr sz="2000" b="1">
                        <a:solidFill>
                          <a:srgbClr val="B509A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2000"/>
                        <a:t>publications</a:t>
                      </a:r>
                      <a:endParaRPr sz="2000"/>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2000"/>
                        <a:t>projects</a:t>
                      </a:r>
                      <a:endParaRPr sz="2000"/>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2000"/>
                        <a:t>cv</a:t>
                      </a:r>
                      <a:endParaRPr sz="2000"/>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5" name="Google Shape;65;p14"/>
          <p:cNvSpPr/>
          <p:nvPr/>
        </p:nvSpPr>
        <p:spPr>
          <a:xfrm>
            <a:off x="306638" y="896660"/>
            <a:ext cx="2591250" cy="259125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pPr algn="ctr">
              <a:spcBef>
                <a:spcPts val="0"/>
              </a:spcBef>
              <a:spcAft>
                <a:spcPts val="0"/>
              </a:spcAft>
            </a:pPr>
            <a:endParaRPr sz="1850">
              <a:latin typeface="Lato"/>
              <a:ea typeface="Lato"/>
              <a:cs typeface="Lato"/>
              <a:sym typeface="Lato"/>
            </a:endParaRPr>
          </a:p>
        </p:txBody>
      </p:sp>
      <p:sp>
        <p:nvSpPr>
          <p:cNvPr id="66" name="Google Shape;66;p14"/>
          <p:cNvSpPr/>
          <p:nvPr/>
        </p:nvSpPr>
        <p:spPr>
          <a:xfrm>
            <a:off x="447191" y="1034060"/>
            <a:ext cx="2316450" cy="2316450"/>
          </a:xfrm>
          <a:prstGeom prst="rect">
            <a:avLst/>
          </a:prstGeom>
          <a:no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pPr algn="ctr">
              <a:spcBef>
                <a:spcPts val="0"/>
              </a:spcBef>
              <a:spcAft>
                <a:spcPts val="0"/>
              </a:spcAft>
            </a:pPr>
            <a:r>
              <a:rPr lang="en" sz="2000">
                <a:solidFill>
                  <a:srgbClr val="434343"/>
                </a:solidFill>
              </a:rPr>
              <a:t>ADAM CHEONG</a:t>
            </a:r>
            <a:endParaRPr sz="2000">
              <a:solidFill>
                <a:srgbClr val="434343"/>
              </a:solidFill>
            </a:endParaRPr>
          </a:p>
          <a:p>
            <a:pPr algn="ctr">
              <a:spcBef>
                <a:spcPts val="0"/>
              </a:spcBef>
              <a:spcAft>
                <a:spcPts val="0"/>
              </a:spcAft>
            </a:pPr>
            <a:endParaRPr sz="150">
              <a:solidFill>
                <a:srgbClr val="666666"/>
              </a:solidFill>
            </a:endParaRPr>
          </a:p>
          <a:p>
            <a:pPr algn="ctr">
              <a:spcBef>
                <a:spcPts val="0"/>
              </a:spcBef>
              <a:spcAft>
                <a:spcPts val="0"/>
              </a:spcAft>
            </a:pPr>
            <a:r>
              <a:rPr lang="en" sz="1450"/>
              <a:t>BORN IN 2009</a:t>
            </a:r>
            <a:endParaRPr sz="1450"/>
          </a:p>
          <a:p>
            <a:pPr algn="ctr">
              <a:spcBef>
                <a:spcPts val="0"/>
              </a:spcBef>
              <a:spcAft>
                <a:spcPts val="0"/>
              </a:spcAft>
            </a:pPr>
            <a:endParaRPr sz="1850"/>
          </a:p>
          <a:p>
            <a:pPr algn="ctr">
              <a:spcBef>
                <a:spcPts val="0"/>
              </a:spcBef>
              <a:spcAft>
                <a:spcPts val="0"/>
              </a:spcAft>
            </a:pPr>
            <a:endParaRPr sz="1750"/>
          </a:p>
        </p:txBody>
      </p:sp>
      <p:sp>
        <p:nvSpPr>
          <p:cNvPr id="67" name="Google Shape;67;p14"/>
          <p:cNvSpPr txBox="1"/>
          <p:nvPr/>
        </p:nvSpPr>
        <p:spPr>
          <a:xfrm>
            <a:off x="1507824" y="2358260"/>
            <a:ext cx="1390050" cy="1129200"/>
          </a:xfrm>
          <a:prstGeom prst="rect">
            <a:avLst/>
          </a:prstGeom>
          <a:solidFill>
            <a:srgbClr val="FFFFFF"/>
          </a:solidFill>
          <a:ln>
            <a:noFill/>
          </a:ln>
        </p:spPr>
        <p:txBody>
          <a:bodyPr spcFirstLastPara="1" wrap="square" lIns="121900" tIns="121900" rIns="182863" bIns="121900" anchor="b" anchorCtr="0">
            <a:normAutofit/>
          </a:bodyPr>
          <a:lstStyle/>
          <a:p>
            <a:pPr algn="r">
              <a:spcBef>
                <a:spcPts val="0"/>
              </a:spcBef>
              <a:spcAft>
                <a:spcPts val="0"/>
              </a:spcAft>
            </a:pPr>
            <a:r>
              <a:rPr lang="en" sz="1350">
                <a:solidFill>
                  <a:srgbClr val="666666"/>
                </a:solidFill>
              </a:rPr>
              <a:t>#robotics</a:t>
            </a:r>
            <a:endParaRPr sz="1350">
              <a:solidFill>
                <a:srgbClr val="666666"/>
              </a:solidFill>
            </a:endParaRPr>
          </a:p>
          <a:p>
            <a:pPr algn="r">
              <a:spcBef>
                <a:spcPts val="0"/>
              </a:spcBef>
              <a:spcAft>
                <a:spcPts val="0"/>
              </a:spcAft>
            </a:pPr>
            <a:r>
              <a:rPr lang="en" sz="1350">
                <a:solidFill>
                  <a:srgbClr val="666666"/>
                </a:solidFill>
              </a:rPr>
              <a:t>#engineering</a:t>
            </a:r>
            <a:endParaRPr sz="1350">
              <a:solidFill>
                <a:srgbClr val="666666"/>
              </a:solidFill>
            </a:endParaRPr>
          </a:p>
          <a:p>
            <a:pPr algn="r">
              <a:spcBef>
                <a:spcPts val="0"/>
              </a:spcBef>
              <a:spcAft>
                <a:spcPts val="0"/>
              </a:spcAft>
            </a:pPr>
            <a:r>
              <a:rPr lang="en" sz="1350">
                <a:solidFill>
                  <a:srgbClr val="666666"/>
                </a:solidFill>
              </a:rPr>
              <a:t>#mathematics</a:t>
            </a:r>
            <a:endParaRPr sz="1350">
              <a:solidFill>
                <a:srgbClr val="666666"/>
              </a:solidFill>
            </a:endParaRPr>
          </a:p>
        </p:txBody>
      </p:sp>
      <p:sp>
        <p:nvSpPr>
          <p:cNvPr id="68" name="Google Shape;68;p14"/>
          <p:cNvSpPr txBox="1"/>
          <p:nvPr/>
        </p:nvSpPr>
        <p:spPr>
          <a:xfrm>
            <a:off x="329693" y="896660"/>
            <a:ext cx="227550" cy="1461600"/>
          </a:xfrm>
          <a:prstGeom prst="rect">
            <a:avLst/>
          </a:prstGeom>
          <a:solidFill>
            <a:srgbClr val="FFFFFF"/>
          </a:solidFill>
          <a:ln>
            <a:noFill/>
          </a:ln>
        </p:spPr>
        <p:txBody>
          <a:bodyPr spcFirstLastPara="1" wrap="square" lIns="121900" tIns="121900" rIns="121900" bIns="121900" anchor="t" anchorCtr="0">
            <a:normAutofit/>
          </a:bodyPr>
          <a:lstStyle/>
          <a:p>
            <a:pPr>
              <a:spcBef>
                <a:spcPts val="0"/>
              </a:spcBef>
              <a:spcAft>
                <a:spcPts val="0"/>
              </a:spcAft>
            </a:pPr>
            <a:r>
              <a:rPr lang="en" sz="1350">
                <a:solidFill>
                  <a:srgbClr val="666666"/>
                </a:solidFill>
              </a:rPr>
              <a:t> </a:t>
            </a:r>
            <a:endParaRPr sz="1350">
              <a:solidFill>
                <a:srgbClr val="666666"/>
              </a:solidFill>
            </a:endParaRPr>
          </a:p>
        </p:txBody>
      </p:sp>
      <p:sp>
        <p:nvSpPr>
          <p:cNvPr id="69" name="Google Shape;69;p14"/>
          <p:cNvSpPr txBox="1"/>
          <p:nvPr/>
        </p:nvSpPr>
        <p:spPr>
          <a:xfrm>
            <a:off x="318159" y="885427"/>
            <a:ext cx="1390050" cy="310050"/>
          </a:xfrm>
          <a:prstGeom prst="rect">
            <a:avLst/>
          </a:prstGeom>
          <a:solidFill>
            <a:srgbClr val="FFFFFF"/>
          </a:solidFill>
          <a:ln>
            <a:noFill/>
          </a:ln>
        </p:spPr>
        <p:txBody>
          <a:bodyPr spcFirstLastPara="1" wrap="square" lIns="121900" tIns="121900" rIns="121900" bIns="121900" anchor="ctr" anchorCtr="0">
            <a:noAutofit/>
          </a:bodyPr>
          <a:lstStyle/>
          <a:p>
            <a:pPr algn="r">
              <a:lnSpc>
                <a:spcPct val="80000"/>
              </a:lnSpc>
              <a:spcBef>
                <a:spcPts val="0"/>
              </a:spcBef>
              <a:spcAft>
                <a:spcPts val="0"/>
              </a:spcAft>
              <a:buSzPts val="1200"/>
            </a:pPr>
            <a:r>
              <a:rPr lang="en" sz="1200">
                <a:solidFill>
                  <a:srgbClr val="666666"/>
                </a:solidFill>
              </a:rPr>
              <a:t>Generation 9</a:t>
            </a:r>
            <a:endParaRPr sz="1200">
              <a:solidFill>
                <a:srgbClr val="666666"/>
              </a:solidFill>
            </a:endParaRPr>
          </a:p>
        </p:txBody>
      </p:sp>
      <p:sp>
        <p:nvSpPr>
          <p:cNvPr id="70" name="Google Shape;70;p14">
            <a:hlinkClick r:id="rId5"/>
          </p:cNvPr>
          <p:cNvSpPr txBox="1"/>
          <p:nvPr/>
        </p:nvSpPr>
        <p:spPr>
          <a:xfrm>
            <a:off x="711191" y="2296746"/>
            <a:ext cx="1788450" cy="271950"/>
          </a:xfrm>
          <a:prstGeom prst="rect">
            <a:avLst/>
          </a:prstGeom>
          <a:solidFill>
            <a:srgbClr val="C01B33"/>
          </a:solidFill>
          <a:ln>
            <a:noFill/>
          </a:ln>
        </p:spPr>
        <p:txBody>
          <a:bodyPr spcFirstLastPara="1" wrap="square" lIns="121900" tIns="121900" rIns="121900" bIns="121900" anchor="ctr" anchorCtr="0">
            <a:noAutofit/>
          </a:bodyPr>
          <a:lstStyle/>
          <a:p>
            <a:pPr algn="ctr">
              <a:lnSpc>
                <a:spcPct val="80000"/>
              </a:lnSpc>
              <a:spcBef>
                <a:spcPts val="0"/>
              </a:spcBef>
              <a:spcAft>
                <a:spcPts val="0"/>
              </a:spcAft>
              <a:buSzPts val="800"/>
            </a:pPr>
            <a:r>
              <a:rPr lang="en" sz="950">
                <a:solidFill>
                  <a:srgbClr val="FFFFFF"/>
                </a:solidFill>
              </a:rPr>
              <a:t>READ MORE</a:t>
            </a:r>
            <a:endParaRPr sz="95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graphicFrame>
        <p:nvGraphicFramePr>
          <p:cNvPr id="75" name="Google Shape;75;p15"/>
          <p:cNvGraphicFramePr/>
          <p:nvPr>
            <p:extLst>
              <p:ext uri="{D42A27DB-BD31-4B8C-83A1-F6EECF244321}">
                <p14:modId xmlns:p14="http://schemas.microsoft.com/office/powerpoint/2010/main" val="1463362754"/>
              </p:ext>
            </p:extLst>
          </p:nvPr>
        </p:nvGraphicFramePr>
        <p:xfrm>
          <a:off x="169284" y="1088769"/>
          <a:ext cx="11860002" cy="2834464"/>
        </p:xfrm>
        <a:graphic>
          <a:graphicData uri="http://schemas.openxmlformats.org/drawingml/2006/table">
            <a:tbl>
              <a:tblPr>
                <a:noFill/>
              </a:tblPr>
              <a:tblGrid>
                <a:gridCol w="510463">
                  <a:extLst>
                    <a:ext uri="{9D8B030D-6E8A-4147-A177-3AD203B41FA5}">
                      <a16:colId xmlns:a16="http://schemas.microsoft.com/office/drawing/2014/main" val="20000"/>
                    </a:ext>
                  </a:extLst>
                </a:gridCol>
                <a:gridCol w="3851038">
                  <a:extLst>
                    <a:ext uri="{9D8B030D-6E8A-4147-A177-3AD203B41FA5}">
                      <a16:colId xmlns:a16="http://schemas.microsoft.com/office/drawing/2014/main" val="20001"/>
                    </a:ext>
                  </a:extLst>
                </a:gridCol>
                <a:gridCol w="3853063">
                  <a:extLst>
                    <a:ext uri="{9D8B030D-6E8A-4147-A177-3AD203B41FA5}">
                      <a16:colId xmlns:a16="http://schemas.microsoft.com/office/drawing/2014/main" val="20002"/>
                    </a:ext>
                  </a:extLst>
                </a:gridCol>
                <a:gridCol w="3645438">
                  <a:extLst>
                    <a:ext uri="{9D8B030D-6E8A-4147-A177-3AD203B41FA5}">
                      <a16:colId xmlns:a16="http://schemas.microsoft.com/office/drawing/2014/main" val="20003"/>
                    </a:ext>
                  </a:extLst>
                </a:gridCol>
              </a:tblGrid>
              <a:tr h="403815">
                <a:tc>
                  <a:txBody>
                    <a:bodyPr/>
                    <a:lstStyle/>
                    <a:p>
                      <a:pPr marL="0" lvl="0" indent="0" algn="ctr" rtl="0">
                        <a:spcBef>
                          <a:spcPts val="0"/>
                        </a:spcBef>
                        <a:spcAft>
                          <a:spcPts val="0"/>
                        </a:spcAft>
                        <a:buNone/>
                      </a:pPr>
                      <a:r>
                        <a:rPr lang="en" sz="1900" b="1">
                          <a:solidFill>
                            <a:srgbClr val="FFFFFF"/>
                          </a:solidFill>
                        </a:rPr>
                        <a:t>1.</a:t>
                      </a:r>
                      <a:endParaRPr sz="1900" b="1">
                        <a:solidFill>
                          <a:srgbClr val="FFFFFF"/>
                        </a:solidFill>
                      </a:endParaRPr>
                    </a:p>
                  </a:txBody>
                  <a:tcPr marL="121900" marR="121900" marT="60938" marB="60938"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B509AC"/>
                    </a:solidFill>
                  </a:tcPr>
                </a:tc>
                <a:tc>
                  <a:txBody>
                    <a:bodyPr/>
                    <a:lstStyle/>
                    <a:p>
                      <a:pPr marL="0" lvl="0" indent="0" algn="l" rtl="0">
                        <a:spcBef>
                          <a:spcPts val="0"/>
                        </a:spcBef>
                        <a:spcAft>
                          <a:spcPts val="0"/>
                        </a:spcAft>
                        <a:buNone/>
                      </a:pPr>
                      <a:r>
                        <a:rPr lang="en" sz="1900">
                          <a:solidFill>
                            <a:srgbClr val="FFFFFF"/>
                          </a:solidFill>
                        </a:rPr>
                        <a:t>Experience 「経験」</a:t>
                      </a:r>
                      <a:endParaRPr sz="1900">
                        <a:solidFill>
                          <a:srgbClr val="FFFFFF"/>
                        </a:solidFill>
                      </a:endParaRPr>
                    </a:p>
                  </a:txBody>
                  <a:tcPr marL="121900" marR="121900" marT="60938" marB="60938"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333399"/>
                    </a:solidFill>
                  </a:tcPr>
                </a:tc>
                <a:tc>
                  <a:txBody>
                    <a:bodyPr/>
                    <a:lstStyle/>
                    <a:p>
                      <a:pPr marL="0" lvl="0" indent="0" algn="l" rtl="0">
                        <a:spcBef>
                          <a:spcPts val="0"/>
                        </a:spcBef>
                        <a:spcAft>
                          <a:spcPts val="0"/>
                        </a:spcAft>
                        <a:buNone/>
                      </a:pPr>
                      <a:r>
                        <a:rPr lang="en" sz="1900">
                          <a:solidFill>
                            <a:srgbClr val="FFFFFF"/>
                          </a:solidFill>
                        </a:rPr>
                        <a:t>Technical Skills </a:t>
                      </a:r>
                      <a:r>
                        <a:rPr lang="en" sz="1900">
                          <a:solidFill>
                            <a:schemeClr val="lt1"/>
                          </a:solidFill>
                        </a:rPr>
                        <a:t>「技術力」</a:t>
                      </a:r>
                      <a:endParaRPr sz="1900">
                        <a:solidFill>
                          <a:srgbClr val="FFFFFF"/>
                        </a:solidFill>
                      </a:endParaRPr>
                    </a:p>
                  </a:txBody>
                  <a:tcPr marL="121900" marR="121900" marT="60938" marB="60938"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333399"/>
                    </a:solidFill>
                  </a:tcPr>
                </a:tc>
                <a:tc>
                  <a:txBody>
                    <a:bodyPr/>
                    <a:lstStyle/>
                    <a:p>
                      <a:pPr marL="0" lvl="0" indent="0" algn="l" rtl="0">
                        <a:spcBef>
                          <a:spcPts val="0"/>
                        </a:spcBef>
                        <a:spcAft>
                          <a:spcPts val="0"/>
                        </a:spcAft>
                        <a:buNone/>
                      </a:pPr>
                      <a:r>
                        <a:rPr lang="en" sz="1900">
                          <a:solidFill>
                            <a:srgbClr val="FFFFFF"/>
                          </a:solidFill>
                        </a:rPr>
                        <a:t>Specialty </a:t>
                      </a:r>
                      <a:r>
                        <a:rPr lang="en" sz="1900">
                          <a:solidFill>
                            <a:schemeClr val="lt1"/>
                          </a:solidFill>
                        </a:rPr>
                        <a:t>「専門性」</a:t>
                      </a:r>
                      <a:endParaRPr sz="1900">
                        <a:solidFill>
                          <a:srgbClr val="FFFFFF"/>
                        </a:solidFill>
                      </a:endParaRPr>
                    </a:p>
                  </a:txBody>
                  <a:tcPr marL="121900" marR="121900" marT="60938" marB="60938" anchor="ctr">
                    <a:lnL w="28575" cap="flat" cmpd="sng">
                      <a:solidFill>
                        <a:srgbClr val="FFFFFF"/>
                      </a:solidFill>
                      <a:prstDash val="solid"/>
                      <a:round/>
                      <a:headEnd type="none" w="sm" len="sm"/>
                      <a:tailEnd type="none" w="sm" len="sm"/>
                    </a:lnL>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333399"/>
                    </a:solidFill>
                  </a:tcPr>
                </a:tc>
                <a:extLst>
                  <a:ext uri="{0D108BD9-81ED-4DB2-BD59-A6C34878D82A}">
                    <a16:rowId xmlns:a16="http://schemas.microsoft.com/office/drawing/2014/main" val="10000"/>
                  </a:ext>
                </a:extLst>
              </a:tr>
              <a:tr h="807675">
                <a:tc>
                  <a:txBody>
                    <a:bodyPr/>
                    <a:lstStyle/>
                    <a:p>
                      <a:pPr marL="0" lvl="0" indent="0" algn="ctr" rtl="0">
                        <a:spcBef>
                          <a:spcPts val="0"/>
                        </a:spcBef>
                        <a:spcAft>
                          <a:spcPts val="0"/>
                        </a:spcAft>
                        <a:buNone/>
                      </a:pPr>
                      <a:r>
                        <a:rPr lang="en" sz="1900">
                          <a:solidFill>
                            <a:srgbClr val="FFFFFF"/>
                          </a:solidFill>
                        </a:rPr>
                        <a:t>A.</a:t>
                      </a:r>
                      <a:endParaRPr sz="1900">
                        <a:solidFill>
                          <a:srgbClr val="FFFFFF"/>
                        </a:solidFill>
                      </a:endParaRPr>
                    </a:p>
                  </a:txBody>
                  <a:tcPr marL="121900" marR="121900" marT="60938" marB="60938"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lgn="ctr">
                      <a:solidFill>
                        <a:srgbClr val="FFFFFF"/>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r>
                        <a:rPr lang="en" sz="1900" b="1" dirty="0"/>
                        <a:t>Watney Robotics</a:t>
                      </a:r>
                      <a:endParaRPr sz="1900" b="1" dirty="0"/>
                    </a:p>
                    <a:p>
                      <a:pPr marL="0" lvl="0" indent="0" algn="l" rtl="0">
                        <a:spcBef>
                          <a:spcPts val="0"/>
                        </a:spcBef>
                        <a:spcAft>
                          <a:spcPts val="0"/>
                        </a:spcAft>
                        <a:buNone/>
                      </a:pPr>
                      <a:r>
                        <a:rPr lang="en" sz="1600" dirty="0"/>
                        <a:t>(Silicon Valley Startup)</a:t>
                      </a:r>
                      <a:endParaRPr sz="1600" dirty="0"/>
                    </a:p>
                  </a:txBody>
                  <a:tcPr marL="121900" marR="121900" marT="60938" marB="60938" anchor="ctr">
                    <a:lnL w="28575" cap="flat" cmpd="sng">
                      <a:solidFill>
                        <a:srgbClr val="FFFFFF"/>
                      </a:solidFill>
                      <a:prstDash val="solid"/>
                      <a:round/>
                      <a:headEnd type="none" w="sm" len="sm"/>
                      <a:tailEnd type="none" w="sm" len="sm"/>
                    </a:lnL>
                    <a:lnT w="28575" cap="flat" cmpd="sng">
                      <a:solidFill>
                        <a:srgbClr val="FFFFFF"/>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500" dirty="0"/>
                        <a:t>Robot Arm Controller Assembly, Teleoperation, Data Labeling, ML Models Training, Hydroponics, PCB Soldering</a:t>
                      </a:r>
                      <a:endParaRPr sz="1500" dirty="0"/>
                    </a:p>
                  </a:txBody>
                  <a:tcPr marL="121900" marR="121900" marT="60938" marB="60938" anchor="ctr">
                    <a:lnT w="28575" cap="flat" cmpd="sng">
                      <a:solidFill>
                        <a:srgbClr val="FFFFFF"/>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900" dirty="0"/>
                        <a:t>Robotics</a:t>
                      </a:r>
                      <a:endParaRPr sz="1900" dirty="0"/>
                    </a:p>
                  </a:txBody>
                  <a:tcPr marL="121900" marR="121900" marT="60938" marB="60938" anchor="ctr">
                    <a:lnT w="28575" cap="flat" cmpd="sng">
                      <a:solidFill>
                        <a:srgbClr val="FFFFFF"/>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807675">
                <a:tc>
                  <a:txBody>
                    <a:bodyPr/>
                    <a:lstStyle/>
                    <a:p>
                      <a:pPr marL="0" lvl="0" indent="0" algn="ctr" rtl="0">
                        <a:spcBef>
                          <a:spcPts val="0"/>
                        </a:spcBef>
                        <a:spcAft>
                          <a:spcPts val="0"/>
                        </a:spcAft>
                        <a:buNone/>
                      </a:pPr>
                      <a:r>
                        <a:rPr lang="en" sz="1900" dirty="0">
                          <a:solidFill>
                            <a:srgbClr val="FFFFFF"/>
                          </a:solidFill>
                        </a:rPr>
                        <a:t>B.</a:t>
                      </a:r>
                      <a:endParaRPr sz="1900" dirty="0">
                        <a:solidFill>
                          <a:srgbClr val="FFFFFF"/>
                        </a:solidFill>
                      </a:endParaRPr>
                    </a:p>
                  </a:txBody>
                  <a:tcPr marL="121900" marR="121900" marT="60938" marB="60938" anchor="ctr">
                    <a:lnL w="28575" cap="flat" cmpd="sng">
                      <a:solidFill>
                        <a:srgbClr val="FFFFFF"/>
                      </a:solidFill>
                      <a:prstDash val="solid"/>
                      <a:round/>
                      <a:headEnd type="none" w="sm" len="sm"/>
                      <a:tailEnd type="none" w="sm" len="sm"/>
                    </a:lnL>
                    <a:lnR w="28575" cap="flat" cmpd="sng" algn="ctr">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r>
                        <a:rPr lang="en" sz="1900" b="1"/>
                        <a:t>Monte Carlo Simulation</a:t>
                      </a:r>
                      <a:endParaRPr sz="1900" b="1"/>
                    </a:p>
                    <a:p>
                      <a:pPr marL="0" lvl="0" indent="0" algn="l" rtl="0">
                        <a:spcBef>
                          <a:spcPts val="0"/>
                        </a:spcBef>
                        <a:spcAft>
                          <a:spcPts val="0"/>
                        </a:spcAft>
                        <a:buNone/>
                      </a:pPr>
                      <a:r>
                        <a:rPr lang="en" sz="1600"/>
                        <a:t>(Open Science)</a:t>
                      </a:r>
                      <a:endParaRPr sz="1600"/>
                    </a:p>
                  </a:txBody>
                  <a:tcPr marL="121900" marR="121900" marT="60938" marB="60938" anchor="ctr">
                    <a:lnL w="28575" cap="flat" cmpd="sng" algn="ctr">
                      <a:solidFill>
                        <a:srgbClr val="FFFFFF"/>
                      </a:solidFill>
                      <a:prstDash val="solid"/>
                      <a:round/>
                      <a:headEnd type="none" w="sm" len="sm"/>
                      <a:tailEnd type="none" w="sm" len="sm"/>
                    </a:lnL>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500" dirty="0" err="1"/>
                        <a:t>OpenWorm</a:t>
                      </a:r>
                      <a:r>
                        <a:rPr lang="en" sz="1500" dirty="0"/>
                        <a:t>, </a:t>
                      </a:r>
                      <a:r>
                        <a:rPr lang="en" sz="1500" dirty="0" err="1"/>
                        <a:t>Sibernetic</a:t>
                      </a:r>
                      <a:r>
                        <a:rPr lang="en" sz="1500" dirty="0"/>
                        <a:t>, </a:t>
                      </a:r>
                      <a:r>
                        <a:rPr lang="en" sz="1500" i="1" dirty="0"/>
                        <a:t>C. Elegans</a:t>
                      </a:r>
                      <a:r>
                        <a:rPr lang="en" sz="1500" dirty="0"/>
                        <a:t>, </a:t>
                      </a:r>
                      <a:r>
                        <a:rPr lang="en" sz="1500" dirty="0">
                          <a:solidFill>
                            <a:schemeClr val="dk1"/>
                          </a:solidFill>
                        </a:rPr>
                        <a:t>Monte Carlo Method, </a:t>
                      </a:r>
                      <a:r>
                        <a:rPr lang="en" sz="1500" dirty="0"/>
                        <a:t>Decussation, Somatic Twist, </a:t>
                      </a:r>
                      <a:r>
                        <a:rPr lang="en" sz="1500" dirty="0">
                          <a:solidFill>
                            <a:schemeClr val="dk1"/>
                          </a:solidFill>
                        </a:rPr>
                        <a:t>Evolutionary Biology</a:t>
                      </a:r>
                      <a:endParaRPr sz="1500" dirty="0"/>
                    </a:p>
                  </a:txBody>
                  <a:tcPr marL="121900" marR="121900" marT="60938" marB="60938" anchor="ct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900" dirty="0"/>
                        <a:t>Computational Biology</a:t>
                      </a:r>
                      <a:endParaRPr sz="1900" dirty="0"/>
                    </a:p>
                  </a:txBody>
                  <a:tcPr marL="121900" marR="121900" marT="60938" marB="60938" anchor="ct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3410049776"/>
                  </a:ext>
                </a:extLst>
              </a:tr>
              <a:tr h="807675">
                <a:tc>
                  <a:txBody>
                    <a:bodyPr/>
                    <a:lstStyle/>
                    <a:p>
                      <a:pPr marL="0" lvl="0" indent="0" algn="ctr" rtl="0">
                        <a:spcBef>
                          <a:spcPts val="0"/>
                        </a:spcBef>
                        <a:spcAft>
                          <a:spcPts val="0"/>
                        </a:spcAft>
                        <a:buNone/>
                      </a:pPr>
                      <a:r>
                        <a:rPr lang="en" sz="1900">
                          <a:solidFill>
                            <a:srgbClr val="FFFFFF"/>
                          </a:solidFill>
                        </a:rPr>
                        <a:t>C.</a:t>
                      </a:r>
                      <a:endParaRPr sz="1900">
                        <a:solidFill>
                          <a:srgbClr val="FFFFFF"/>
                        </a:solidFill>
                      </a:endParaRPr>
                    </a:p>
                  </a:txBody>
                  <a:tcPr marL="121900" marR="121900" marT="60938" marB="60938" anchor="ctr">
                    <a:lnL w="28575" cap="flat" cmpd="sng">
                      <a:solidFill>
                        <a:srgbClr val="FFFFFF"/>
                      </a:solidFill>
                      <a:prstDash val="solid"/>
                      <a:round/>
                      <a:headEnd type="none" w="sm" len="sm"/>
                      <a:tailEnd type="none" w="sm" len="sm"/>
                    </a:lnL>
                    <a:lnR w="28575" cap="flat" cmpd="sng" algn="ctr">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r>
                        <a:rPr lang="en" sz="1900" b="1"/>
                        <a:t>Cliffhanger Project</a:t>
                      </a:r>
                      <a:endParaRPr sz="1900" b="1"/>
                    </a:p>
                    <a:p>
                      <a:pPr marL="0" lvl="0" indent="0" algn="l" rtl="0">
                        <a:spcBef>
                          <a:spcPts val="0"/>
                        </a:spcBef>
                        <a:spcAft>
                          <a:spcPts val="0"/>
                        </a:spcAft>
                        <a:buNone/>
                      </a:pPr>
                      <a:r>
                        <a:rPr lang="en" sz="1600"/>
                        <a:t>(Mechanical Invention)</a:t>
                      </a:r>
                      <a:endParaRPr sz="1600"/>
                    </a:p>
                  </a:txBody>
                  <a:tcPr marL="121900" marR="121900" marT="60938" marB="60938" anchor="ctr">
                    <a:lnL w="28575" cap="flat" cmpd="sng" algn="ctr">
                      <a:solidFill>
                        <a:srgbClr val="FFFFFF"/>
                      </a:solidFill>
                      <a:prstDash val="solid"/>
                      <a:round/>
                      <a:headEnd type="none" w="sm" len="sm"/>
                      <a:tailEnd type="none" w="sm" len="sm"/>
                    </a:lnL>
                    <a:lnT w="9525" cap="flat" cmpd="sng" algn="ctr">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sz="1500"/>
                        <a:t>Mountain Climbing Aid, Mechanical Advantage, Type 2 Lever Design, </a:t>
                      </a:r>
                      <a:r>
                        <a:rPr lang="en" sz="1500">
                          <a:solidFill>
                            <a:schemeClr val="dk1"/>
                          </a:solidFill>
                        </a:rPr>
                        <a:t>Bouldering, </a:t>
                      </a:r>
                      <a:r>
                        <a:rPr lang="en" sz="1500"/>
                        <a:t>Rock Climbing</a:t>
                      </a:r>
                      <a:endParaRPr sz="1500"/>
                    </a:p>
                  </a:txBody>
                  <a:tcPr marL="121900" marR="121900" marT="60938" marB="60938" anchor="ctr">
                    <a:lnT w="9525" cap="flat" cmpd="sng" algn="ctr">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sz="1900" dirty="0"/>
                        <a:t>Mechanical Engineering</a:t>
                      </a:r>
                      <a:endParaRPr sz="1900" dirty="0"/>
                    </a:p>
                  </a:txBody>
                  <a:tcPr marL="121900" marR="121900" marT="60938" marB="60938" anchor="ctr">
                    <a:lnT w="9525" cap="flat" cmpd="sng" algn="ctr">
                      <a:solidFill>
                        <a:srgbClr val="9E9E9E"/>
                      </a:solidFill>
                      <a:prstDash val="solid"/>
                      <a:round/>
                      <a:headEnd type="none" w="sm" len="sm"/>
                      <a:tailEnd type="none" w="sm" len="sm"/>
                    </a:lnT>
                  </a:tcPr>
                </a:tc>
                <a:extLst>
                  <a:ext uri="{0D108BD9-81ED-4DB2-BD59-A6C34878D82A}">
                    <a16:rowId xmlns:a16="http://schemas.microsoft.com/office/drawing/2014/main" val="10003"/>
                  </a:ext>
                </a:extLst>
              </a:tr>
            </a:tbl>
          </a:graphicData>
        </a:graphic>
      </p:graphicFrame>
      <p:graphicFrame>
        <p:nvGraphicFramePr>
          <p:cNvPr id="76" name="Google Shape;76;p15"/>
          <p:cNvGraphicFramePr/>
          <p:nvPr>
            <p:extLst>
              <p:ext uri="{D42A27DB-BD31-4B8C-83A1-F6EECF244321}">
                <p14:modId xmlns:p14="http://schemas.microsoft.com/office/powerpoint/2010/main" val="3219400509"/>
              </p:ext>
            </p:extLst>
          </p:nvPr>
        </p:nvGraphicFramePr>
        <p:xfrm>
          <a:off x="162726" y="4025700"/>
          <a:ext cx="5610626" cy="2544876"/>
        </p:xfrm>
        <a:graphic>
          <a:graphicData uri="http://schemas.openxmlformats.org/drawingml/2006/table">
            <a:tbl>
              <a:tblPr>
                <a:noFill/>
              </a:tblPr>
              <a:tblGrid>
                <a:gridCol w="523863">
                  <a:extLst>
                    <a:ext uri="{9D8B030D-6E8A-4147-A177-3AD203B41FA5}">
                      <a16:colId xmlns:a16="http://schemas.microsoft.com/office/drawing/2014/main" val="20000"/>
                    </a:ext>
                  </a:extLst>
                </a:gridCol>
                <a:gridCol w="5086763">
                  <a:extLst>
                    <a:ext uri="{9D8B030D-6E8A-4147-A177-3AD203B41FA5}">
                      <a16:colId xmlns:a16="http://schemas.microsoft.com/office/drawing/2014/main" val="20001"/>
                    </a:ext>
                  </a:extLst>
                </a:gridCol>
              </a:tblGrid>
              <a:tr h="403815">
                <a:tc>
                  <a:txBody>
                    <a:bodyPr/>
                    <a:lstStyle/>
                    <a:p>
                      <a:pPr marL="0" lvl="0" indent="0" algn="ctr" rtl="0">
                        <a:spcBef>
                          <a:spcPts val="0"/>
                        </a:spcBef>
                        <a:spcAft>
                          <a:spcPts val="0"/>
                        </a:spcAft>
                        <a:buNone/>
                      </a:pPr>
                      <a:r>
                        <a:rPr lang="en" sz="1900" b="1">
                          <a:solidFill>
                            <a:srgbClr val="FFFFFF"/>
                          </a:solidFill>
                        </a:rPr>
                        <a:t>2.</a:t>
                      </a:r>
                      <a:endParaRPr sz="1900" b="1">
                        <a:solidFill>
                          <a:srgbClr val="FFFFFF"/>
                        </a:solidFill>
                      </a:endParaRPr>
                    </a:p>
                  </a:txBody>
                  <a:tcPr marL="121900" marR="121900" marT="60938" marB="60938"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B509AC"/>
                    </a:solidFill>
                  </a:tcPr>
                </a:tc>
                <a:tc>
                  <a:txBody>
                    <a:bodyPr/>
                    <a:lstStyle/>
                    <a:p>
                      <a:pPr marL="0" lvl="0" indent="0" algn="l" rtl="0">
                        <a:spcBef>
                          <a:spcPts val="0"/>
                        </a:spcBef>
                        <a:spcAft>
                          <a:spcPts val="0"/>
                        </a:spcAft>
                        <a:buNone/>
                      </a:pPr>
                      <a:r>
                        <a:rPr lang="en" sz="1900" dirty="0" err="1">
                          <a:solidFill>
                            <a:srgbClr val="FFFFFF"/>
                          </a:solidFill>
                        </a:rPr>
                        <a:t>Talented</a:t>
                      </a:r>
                      <a:r>
                        <a:rPr lang="en" sz="1900" dirty="0" err="1">
                          <a:solidFill>
                            <a:schemeClr val="lt1"/>
                          </a:solidFill>
                        </a:rPr>
                        <a:t>「異能」</a:t>
                      </a:r>
                      <a:r>
                        <a:rPr lang="en" sz="1900" dirty="0" err="1">
                          <a:solidFill>
                            <a:srgbClr val="FFFFFF"/>
                          </a:solidFill>
                        </a:rPr>
                        <a:t>Outstanding</a:t>
                      </a:r>
                      <a:r>
                        <a:rPr lang="en" sz="1900" dirty="0" err="1">
                          <a:solidFill>
                            <a:schemeClr val="lt1"/>
                          </a:solidFill>
                        </a:rPr>
                        <a:t>「優れている</a:t>
                      </a:r>
                      <a:r>
                        <a:rPr lang="en" sz="1900" dirty="0">
                          <a:solidFill>
                            <a:schemeClr val="lt1"/>
                          </a:solidFill>
                        </a:rPr>
                        <a:t>」</a:t>
                      </a:r>
                      <a:endParaRPr sz="1900" dirty="0">
                        <a:solidFill>
                          <a:srgbClr val="FFFFFF"/>
                        </a:solidFill>
                      </a:endParaRPr>
                    </a:p>
                  </a:txBody>
                  <a:tcPr marL="121900" marR="0" marT="60938" marB="60938" anchor="ctr">
                    <a:lnL w="28575" cap="flat" cmpd="sng">
                      <a:solidFill>
                        <a:srgbClr val="FFFFFF"/>
                      </a:solidFill>
                      <a:prstDash val="solid"/>
                      <a:round/>
                      <a:headEnd type="none" w="sm" len="sm"/>
                      <a:tailEnd type="none" w="sm" len="sm"/>
                    </a:lnL>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333399"/>
                    </a:solidFill>
                  </a:tcPr>
                </a:tc>
                <a:extLst>
                  <a:ext uri="{0D108BD9-81ED-4DB2-BD59-A6C34878D82A}">
                    <a16:rowId xmlns:a16="http://schemas.microsoft.com/office/drawing/2014/main" val="10000"/>
                  </a:ext>
                </a:extLst>
              </a:tr>
              <a:tr h="525740">
                <a:tc>
                  <a:txBody>
                    <a:bodyPr/>
                    <a:lstStyle/>
                    <a:p>
                      <a:pPr marL="0" lvl="0" indent="0" algn="ctr" rtl="0">
                        <a:spcBef>
                          <a:spcPts val="0"/>
                        </a:spcBef>
                        <a:spcAft>
                          <a:spcPts val="0"/>
                        </a:spcAft>
                        <a:buNone/>
                      </a:pPr>
                      <a:r>
                        <a:rPr lang="en" sz="1900">
                          <a:solidFill>
                            <a:srgbClr val="FFFFFF"/>
                          </a:solidFill>
                        </a:rPr>
                        <a:t>a.</a:t>
                      </a:r>
                      <a:endParaRPr sz="1900">
                        <a:solidFill>
                          <a:srgbClr val="FFFFFF"/>
                        </a:solidFill>
                      </a:endParaRPr>
                    </a:p>
                  </a:txBody>
                  <a:tcPr marL="121900" marR="121900" marT="121900" marB="1219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999999"/>
                    </a:solidFill>
                  </a:tcPr>
                </a:tc>
                <a:tc>
                  <a:txBody>
                    <a:bodyPr/>
                    <a:lstStyle/>
                    <a:p>
                      <a:pPr marL="0" lvl="0" indent="0" algn="l" rtl="0">
                        <a:spcBef>
                          <a:spcPts val="0"/>
                        </a:spcBef>
                        <a:spcAft>
                          <a:spcPts val="0"/>
                        </a:spcAft>
                        <a:buClr>
                          <a:schemeClr val="dk1"/>
                        </a:buClr>
                        <a:buSzPts val="2900"/>
                        <a:buFont typeface="Arial"/>
                        <a:buNone/>
                      </a:pPr>
                      <a:r>
                        <a:rPr lang="en" sz="1700">
                          <a:solidFill>
                            <a:schemeClr val="dk1"/>
                          </a:solidFill>
                        </a:rPr>
                        <a:t>25th International Worm Meeting: Poster Session</a:t>
                      </a:r>
                      <a:endParaRPr sz="1700"/>
                    </a:p>
                  </a:txBody>
                  <a:tcPr marL="121900" marR="0" marT="121900" marB="121900" anchor="ctr">
                    <a:lnL w="28575" cap="flat" cmpd="sng">
                      <a:solidFill>
                        <a:srgbClr val="FFFFFF"/>
                      </a:solidFill>
                      <a:prstDash val="solid"/>
                      <a:round/>
                      <a:headEnd type="none" w="sm" len="sm"/>
                      <a:tailEnd type="none" w="sm" len="sm"/>
                    </a:lnL>
                    <a:lnT w="28575" cap="flat" cmpd="sng">
                      <a:solidFill>
                        <a:srgbClr val="FFFFFF"/>
                      </a:solidFill>
                      <a:prstDash val="solid"/>
                      <a:round/>
                      <a:headEnd type="none" w="sm" len="sm"/>
                      <a:tailEnd type="none" w="sm" len="sm"/>
                    </a:lnT>
                  </a:tcPr>
                </a:tc>
                <a:extLst>
                  <a:ext uri="{0D108BD9-81ED-4DB2-BD59-A6C34878D82A}">
                    <a16:rowId xmlns:a16="http://schemas.microsoft.com/office/drawing/2014/main" val="10001"/>
                  </a:ext>
                </a:extLst>
              </a:tr>
              <a:tr h="525740">
                <a:tc>
                  <a:txBody>
                    <a:bodyPr/>
                    <a:lstStyle/>
                    <a:p>
                      <a:pPr marL="0" lvl="0" indent="0" algn="ctr" rtl="0">
                        <a:spcBef>
                          <a:spcPts val="0"/>
                        </a:spcBef>
                        <a:spcAft>
                          <a:spcPts val="0"/>
                        </a:spcAft>
                        <a:buNone/>
                      </a:pPr>
                      <a:r>
                        <a:rPr lang="en" sz="1900">
                          <a:solidFill>
                            <a:srgbClr val="FFFFFF"/>
                          </a:solidFill>
                        </a:rPr>
                        <a:t>b.</a:t>
                      </a:r>
                      <a:endParaRPr sz="1900">
                        <a:solidFill>
                          <a:srgbClr val="FFFFFF"/>
                        </a:solidFill>
                      </a:endParaRPr>
                    </a:p>
                  </a:txBody>
                  <a:tcPr marL="121900" marR="121900" marT="121900" marB="1219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r>
                        <a:rPr lang="en" sz="1700"/>
                        <a:t>2 National Contest Awards: </a:t>
                      </a:r>
                      <a:endParaRPr sz="1700"/>
                    </a:p>
                  </a:txBody>
                  <a:tcPr marL="121900" marR="0" marT="121900" marB="121900" anchor="ctr">
                    <a:lnL w="28575" cap="flat" cmpd="sng">
                      <a:solidFill>
                        <a:srgbClr val="FFFFFF"/>
                      </a:solidFill>
                      <a:prstDash val="solid"/>
                      <a:round/>
                      <a:headEnd type="none" w="sm" len="sm"/>
                      <a:tailEnd type="none" w="sm" len="sm"/>
                    </a:lnL>
                  </a:tcPr>
                </a:tc>
                <a:extLst>
                  <a:ext uri="{0D108BD9-81ED-4DB2-BD59-A6C34878D82A}">
                    <a16:rowId xmlns:a16="http://schemas.microsoft.com/office/drawing/2014/main" val="10002"/>
                  </a:ext>
                </a:extLst>
              </a:tr>
              <a:tr h="525740">
                <a:tc>
                  <a:txBody>
                    <a:bodyPr/>
                    <a:lstStyle/>
                    <a:p>
                      <a:pPr marL="0" lvl="0" indent="0" algn="ctr" rtl="0">
                        <a:spcBef>
                          <a:spcPts val="0"/>
                        </a:spcBef>
                        <a:spcAft>
                          <a:spcPts val="0"/>
                        </a:spcAft>
                        <a:buNone/>
                      </a:pPr>
                      <a:r>
                        <a:rPr lang="en" sz="1900">
                          <a:solidFill>
                            <a:srgbClr val="FFFFFF"/>
                          </a:solidFill>
                        </a:rPr>
                        <a:t>c.</a:t>
                      </a:r>
                      <a:endParaRPr sz="1900">
                        <a:solidFill>
                          <a:srgbClr val="FFFFFF"/>
                        </a:solidFill>
                      </a:endParaRPr>
                    </a:p>
                  </a:txBody>
                  <a:tcPr marL="121900" marR="121900" marT="121900" marB="1219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999999"/>
                    </a:solidFill>
                  </a:tcPr>
                </a:tc>
                <a:tc>
                  <a:txBody>
                    <a:bodyPr/>
                    <a:lstStyle/>
                    <a:p>
                      <a:pPr marL="0" lvl="0" indent="0" algn="l" rtl="0">
                        <a:spcBef>
                          <a:spcPts val="0"/>
                        </a:spcBef>
                        <a:spcAft>
                          <a:spcPts val="0"/>
                        </a:spcAft>
                        <a:buClr>
                          <a:schemeClr val="dk1"/>
                        </a:buClr>
                        <a:buSzPts val="2900"/>
                        <a:buFont typeface="Arial"/>
                        <a:buNone/>
                      </a:pPr>
                      <a:r>
                        <a:rPr lang="en" sz="1700">
                          <a:solidFill>
                            <a:schemeClr val="dk1"/>
                          </a:solidFill>
                        </a:rPr>
                        <a:t>7 STEM Fair Prizes:</a:t>
                      </a:r>
                      <a:endParaRPr sz="1700"/>
                    </a:p>
                  </a:txBody>
                  <a:tcPr marL="121900" marR="0" marT="121900" marB="121900" anchor="ctr">
                    <a:lnL w="28575" cap="flat" cmpd="sng">
                      <a:solidFill>
                        <a:srgbClr val="FFFFFF"/>
                      </a:solidFill>
                      <a:prstDash val="solid"/>
                      <a:round/>
                      <a:headEnd type="none" w="sm" len="sm"/>
                      <a:tailEnd type="none" w="sm" len="sm"/>
                    </a:lnL>
                  </a:tcPr>
                </a:tc>
                <a:extLst>
                  <a:ext uri="{0D108BD9-81ED-4DB2-BD59-A6C34878D82A}">
                    <a16:rowId xmlns:a16="http://schemas.microsoft.com/office/drawing/2014/main" val="10003"/>
                  </a:ext>
                </a:extLst>
              </a:tr>
              <a:tr h="525740">
                <a:tc>
                  <a:txBody>
                    <a:bodyPr/>
                    <a:lstStyle/>
                    <a:p>
                      <a:pPr marL="0" lvl="0" indent="0" algn="ctr" rtl="0">
                        <a:spcBef>
                          <a:spcPts val="0"/>
                        </a:spcBef>
                        <a:spcAft>
                          <a:spcPts val="0"/>
                        </a:spcAft>
                        <a:buNone/>
                      </a:pPr>
                      <a:r>
                        <a:rPr lang="en" sz="1900">
                          <a:solidFill>
                            <a:srgbClr val="FFFFFF"/>
                          </a:solidFill>
                        </a:rPr>
                        <a:t>d.</a:t>
                      </a:r>
                      <a:endParaRPr sz="1900">
                        <a:solidFill>
                          <a:srgbClr val="FFFFFF"/>
                        </a:solidFill>
                      </a:endParaRPr>
                    </a:p>
                  </a:txBody>
                  <a:tcPr marL="121900" marR="121900" marT="121900" marB="1219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r>
                        <a:rPr lang="en" sz="1700" dirty="0"/>
                        <a:t>WISC-V:  Extremely High (Full Scale IQ: 138)</a:t>
                      </a:r>
                      <a:endParaRPr sz="1700" dirty="0"/>
                    </a:p>
                  </a:txBody>
                  <a:tcPr marL="121900" marR="0" marT="121900" marB="121900" anchor="ctr">
                    <a:lnL w="28575" cap="flat" cmpd="sng">
                      <a:solidFill>
                        <a:srgbClr val="FFFFFF"/>
                      </a:solidFill>
                      <a:prstDash val="solid"/>
                      <a:round/>
                      <a:headEnd type="none" w="sm" len="sm"/>
                      <a:tailEnd type="none" w="sm" len="sm"/>
                    </a:lnL>
                  </a:tcPr>
                </a:tc>
                <a:extLst>
                  <a:ext uri="{0D108BD9-81ED-4DB2-BD59-A6C34878D82A}">
                    <a16:rowId xmlns:a16="http://schemas.microsoft.com/office/drawing/2014/main" val="10004"/>
                  </a:ext>
                </a:extLst>
              </a:tr>
            </a:tbl>
          </a:graphicData>
        </a:graphic>
      </p:graphicFrame>
      <p:graphicFrame>
        <p:nvGraphicFramePr>
          <p:cNvPr id="77" name="Google Shape;77;p15"/>
          <p:cNvGraphicFramePr/>
          <p:nvPr/>
        </p:nvGraphicFramePr>
        <p:xfrm>
          <a:off x="5885067" y="4025700"/>
          <a:ext cx="6144226" cy="2544876"/>
        </p:xfrm>
        <a:graphic>
          <a:graphicData uri="http://schemas.openxmlformats.org/drawingml/2006/table">
            <a:tbl>
              <a:tblPr>
                <a:noFill/>
              </a:tblPr>
              <a:tblGrid>
                <a:gridCol w="499263">
                  <a:extLst>
                    <a:ext uri="{9D8B030D-6E8A-4147-A177-3AD203B41FA5}">
                      <a16:colId xmlns:a16="http://schemas.microsoft.com/office/drawing/2014/main" val="20000"/>
                    </a:ext>
                  </a:extLst>
                </a:gridCol>
                <a:gridCol w="5644963">
                  <a:extLst>
                    <a:ext uri="{9D8B030D-6E8A-4147-A177-3AD203B41FA5}">
                      <a16:colId xmlns:a16="http://schemas.microsoft.com/office/drawing/2014/main" val="20001"/>
                    </a:ext>
                  </a:extLst>
                </a:gridCol>
              </a:tblGrid>
              <a:tr h="403815">
                <a:tc>
                  <a:txBody>
                    <a:bodyPr/>
                    <a:lstStyle/>
                    <a:p>
                      <a:pPr marL="0" lvl="0" indent="0" algn="ctr" rtl="0">
                        <a:spcBef>
                          <a:spcPts val="0"/>
                        </a:spcBef>
                        <a:spcAft>
                          <a:spcPts val="0"/>
                        </a:spcAft>
                        <a:buNone/>
                      </a:pPr>
                      <a:r>
                        <a:rPr lang="en" sz="1900" b="1">
                          <a:solidFill>
                            <a:srgbClr val="FFFFFF"/>
                          </a:solidFill>
                        </a:rPr>
                        <a:t>3.</a:t>
                      </a:r>
                      <a:endParaRPr sz="1900" b="1">
                        <a:solidFill>
                          <a:srgbClr val="FFFFFF"/>
                        </a:solidFill>
                      </a:endParaRPr>
                    </a:p>
                  </a:txBody>
                  <a:tcPr marL="121900" marR="121900" marT="60938" marB="60938"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B509AC"/>
                    </a:solidFill>
                  </a:tcPr>
                </a:tc>
                <a:tc>
                  <a:txBody>
                    <a:bodyPr/>
                    <a:lstStyle/>
                    <a:p>
                      <a:pPr marL="0" lvl="0" indent="0" algn="l" rtl="0">
                        <a:spcBef>
                          <a:spcPts val="0"/>
                        </a:spcBef>
                        <a:spcAft>
                          <a:spcPts val="0"/>
                        </a:spcAft>
                        <a:buNone/>
                      </a:pPr>
                      <a:r>
                        <a:rPr lang="en" sz="1900">
                          <a:solidFill>
                            <a:srgbClr val="FFFFFF"/>
                          </a:solidFill>
                        </a:rPr>
                        <a:t>Wish to Achieve </a:t>
                      </a:r>
                      <a:r>
                        <a:rPr lang="en" sz="1900">
                          <a:solidFill>
                            <a:schemeClr val="lt1"/>
                          </a:solidFill>
                        </a:rPr>
                        <a:t>「これから成し遂げたいこと」</a:t>
                      </a:r>
                      <a:endParaRPr sz="1900">
                        <a:solidFill>
                          <a:srgbClr val="FFFFFF"/>
                        </a:solidFill>
                      </a:endParaRPr>
                    </a:p>
                  </a:txBody>
                  <a:tcPr marL="121900" marR="121900" marT="60938" marB="60938" anchor="ctr">
                    <a:lnL w="28575" cap="flat" cmpd="sng">
                      <a:solidFill>
                        <a:srgbClr val="FFFFFF"/>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333399"/>
                    </a:solidFill>
                  </a:tcPr>
                </a:tc>
                <a:extLst>
                  <a:ext uri="{0D108BD9-81ED-4DB2-BD59-A6C34878D82A}">
                    <a16:rowId xmlns:a16="http://schemas.microsoft.com/office/drawing/2014/main" val="10000"/>
                  </a:ext>
                </a:extLst>
              </a:tr>
              <a:tr h="525740">
                <a:tc>
                  <a:txBody>
                    <a:bodyPr/>
                    <a:lstStyle/>
                    <a:p>
                      <a:pPr marL="0" lvl="0" indent="0" algn="ctr" rtl="0">
                        <a:spcBef>
                          <a:spcPts val="0"/>
                        </a:spcBef>
                        <a:spcAft>
                          <a:spcPts val="0"/>
                        </a:spcAft>
                        <a:buNone/>
                      </a:pPr>
                      <a:r>
                        <a:rPr lang="en" sz="1900">
                          <a:solidFill>
                            <a:srgbClr val="FFFFFF"/>
                          </a:solidFill>
                        </a:rPr>
                        <a:t>a.</a:t>
                      </a:r>
                      <a:endParaRPr sz="1900">
                        <a:solidFill>
                          <a:srgbClr val="FFFFFF"/>
                        </a:solidFill>
                      </a:endParaRPr>
                    </a:p>
                  </a:txBody>
                  <a:tcPr marL="121900" marR="121900" marT="121900" marB="1219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r>
                        <a:rPr lang="en" sz="1700">
                          <a:solidFill>
                            <a:schemeClr val="dk1"/>
                          </a:solidFill>
                        </a:rPr>
                        <a:t>18 Math Courses on </a:t>
                      </a:r>
                      <a:r>
                        <a:rPr lang="en" sz="1700"/>
                        <a:t>High School Transcript (Jun 2027)</a:t>
                      </a:r>
                      <a:endParaRPr sz="1700"/>
                    </a:p>
                  </a:txBody>
                  <a:tcPr marL="121900" marR="0" marT="121900" marB="121900" anchor="ctr">
                    <a:lnL w="28575" cap="flat" cmpd="sng">
                      <a:solidFill>
                        <a:srgbClr val="FFFFFF"/>
                      </a:solidFill>
                      <a:prstDash val="solid"/>
                      <a:round/>
                      <a:headEnd type="none" w="sm" len="sm"/>
                      <a:tailEnd type="none" w="sm" len="sm"/>
                    </a:lnL>
                    <a:lnT w="28575" cap="flat" cmpd="sng">
                      <a:solidFill>
                        <a:srgbClr val="FFFFFF"/>
                      </a:solidFill>
                      <a:prstDash val="solid"/>
                      <a:round/>
                      <a:headEnd type="none" w="sm" len="sm"/>
                      <a:tailEnd type="none" w="sm" len="sm"/>
                    </a:lnT>
                  </a:tcPr>
                </a:tc>
                <a:extLst>
                  <a:ext uri="{0D108BD9-81ED-4DB2-BD59-A6C34878D82A}">
                    <a16:rowId xmlns:a16="http://schemas.microsoft.com/office/drawing/2014/main" val="10001"/>
                  </a:ext>
                </a:extLst>
              </a:tr>
              <a:tr h="525740">
                <a:tc>
                  <a:txBody>
                    <a:bodyPr/>
                    <a:lstStyle/>
                    <a:p>
                      <a:pPr marL="0" lvl="0" indent="0" algn="ctr" rtl="0">
                        <a:spcBef>
                          <a:spcPts val="0"/>
                        </a:spcBef>
                        <a:spcAft>
                          <a:spcPts val="0"/>
                        </a:spcAft>
                        <a:buNone/>
                      </a:pPr>
                      <a:r>
                        <a:rPr lang="en" sz="1900">
                          <a:solidFill>
                            <a:srgbClr val="FFFFFF"/>
                          </a:solidFill>
                        </a:rPr>
                        <a:t>b.</a:t>
                      </a:r>
                      <a:endParaRPr sz="1900">
                        <a:solidFill>
                          <a:srgbClr val="FFFFFF"/>
                        </a:solidFill>
                      </a:endParaRPr>
                    </a:p>
                  </a:txBody>
                  <a:tcPr marL="121900" marR="121900" marT="121900" marB="1219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999999"/>
                    </a:solidFill>
                  </a:tcPr>
                </a:tc>
                <a:tc>
                  <a:txBody>
                    <a:bodyPr/>
                    <a:lstStyle/>
                    <a:p>
                      <a:pPr marL="0" lvl="0" indent="0" algn="l" rtl="0">
                        <a:spcBef>
                          <a:spcPts val="0"/>
                        </a:spcBef>
                        <a:spcAft>
                          <a:spcPts val="0"/>
                        </a:spcAft>
                        <a:buClr>
                          <a:schemeClr val="dk1"/>
                        </a:buClr>
                        <a:buSzPts val="2900"/>
                        <a:buFont typeface="Arial"/>
                        <a:buNone/>
                      </a:pPr>
                      <a:r>
                        <a:rPr lang="en" sz="1700">
                          <a:solidFill>
                            <a:schemeClr val="dk1"/>
                          </a:solidFill>
                        </a:rPr>
                        <a:t>Research Paper for Regeneron STS (Jun 1~Nov 1 2026)</a:t>
                      </a:r>
                      <a:endParaRPr sz="1700"/>
                    </a:p>
                  </a:txBody>
                  <a:tcPr marL="121900" marR="0" marT="121900" marB="121900" anchor="ctr">
                    <a:lnL w="28575" cap="flat" cmpd="sng">
                      <a:solidFill>
                        <a:srgbClr val="FFFFFF"/>
                      </a:solidFill>
                      <a:prstDash val="solid"/>
                      <a:round/>
                      <a:headEnd type="none" w="sm" len="sm"/>
                      <a:tailEnd type="none" w="sm" len="sm"/>
                    </a:lnL>
                  </a:tcPr>
                </a:tc>
                <a:extLst>
                  <a:ext uri="{0D108BD9-81ED-4DB2-BD59-A6C34878D82A}">
                    <a16:rowId xmlns:a16="http://schemas.microsoft.com/office/drawing/2014/main" val="10002"/>
                  </a:ext>
                </a:extLst>
              </a:tr>
              <a:tr h="525740">
                <a:tc>
                  <a:txBody>
                    <a:bodyPr/>
                    <a:lstStyle/>
                    <a:p>
                      <a:pPr marL="0" lvl="0" indent="0" algn="ctr" rtl="0">
                        <a:spcBef>
                          <a:spcPts val="0"/>
                        </a:spcBef>
                        <a:spcAft>
                          <a:spcPts val="0"/>
                        </a:spcAft>
                        <a:buNone/>
                      </a:pPr>
                      <a:r>
                        <a:rPr lang="en" sz="1900">
                          <a:solidFill>
                            <a:srgbClr val="FFFFFF"/>
                          </a:solidFill>
                        </a:rPr>
                        <a:t>c.</a:t>
                      </a:r>
                      <a:endParaRPr sz="1900">
                        <a:solidFill>
                          <a:srgbClr val="FFFFFF"/>
                        </a:solidFill>
                      </a:endParaRPr>
                    </a:p>
                  </a:txBody>
                  <a:tcPr marL="121900" marR="121900" marT="121900" marB="1219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999999"/>
                    </a:solidFill>
                  </a:tcPr>
                </a:tc>
                <a:tc>
                  <a:txBody>
                    <a:bodyPr/>
                    <a:lstStyle/>
                    <a:p>
                      <a:pPr marL="0" lvl="0" indent="0" algn="l" rtl="0">
                        <a:spcBef>
                          <a:spcPts val="0"/>
                        </a:spcBef>
                        <a:spcAft>
                          <a:spcPts val="0"/>
                        </a:spcAft>
                        <a:buClr>
                          <a:schemeClr val="dk1"/>
                        </a:buClr>
                        <a:buSzPts val="2900"/>
                        <a:buFont typeface="Arial"/>
                        <a:buNone/>
                      </a:pPr>
                      <a:r>
                        <a:rPr lang="en" sz="1700">
                          <a:solidFill>
                            <a:schemeClr val="dk1"/>
                          </a:solidFill>
                        </a:rPr>
                        <a:t>7 AP STEM Exams: 4 Science, 2 Math, 1 CS (Jun 2026)</a:t>
                      </a:r>
                      <a:endParaRPr sz="1700"/>
                    </a:p>
                  </a:txBody>
                  <a:tcPr marL="121900" marR="0" marT="121900" marB="121900" anchor="ctr">
                    <a:lnL w="28575" cap="flat" cmpd="sng">
                      <a:solidFill>
                        <a:srgbClr val="FFFFFF"/>
                      </a:solidFill>
                      <a:prstDash val="solid"/>
                      <a:round/>
                      <a:headEnd type="none" w="sm" len="sm"/>
                      <a:tailEnd type="none" w="sm" len="sm"/>
                    </a:lnL>
                  </a:tcPr>
                </a:tc>
                <a:extLst>
                  <a:ext uri="{0D108BD9-81ED-4DB2-BD59-A6C34878D82A}">
                    <a16:rowId xmlns:a16="http://schemas.microsoft.com/office/drawing/2014/main" val="10003"/>
                  </a:ext>
                </a:extLst>
              </a:tr>
              <a:tr h="525740">
                <a:tc>
                  <a:txBody>
                    <a:bodyPr/>
                    <a:lstStyle/>
                    <a:p>
                      <a:pPr marL="0" lvl="0" indent="0" algn="ctr" rtl="0">
                        <a:spcBef>
                          <a:spcPts val="0"/>
                        </a:spcBef>
                        <a:spcAft>
                          <a:spcPts val="0"/>
                        </a:spcAft>
                        <a:buNone/>
                      </a:pPr>
                      <a:r>
                        <a:rPr lang="en" sz="1900">
                          <a:solidFill>
                            <a:srgbClr val="FFFFFF"/>
                          </a:solidFill>
                        </a:rPr>
                        <a:t>d.</a:t>
                      </a:r>
                      <a:endParaRPr sz="1900">
                        <a:solidFill>
                          <a:srgbClr val="FFFFFF"/>
                        </a:solidFill>
                      </a:endParaRPr>
                    </a:p>
                  </a:txBody>
                  <a:tcPr marL="121900" marR="121900" marT="121900" marB="1219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999999"/>
                    </a:solidFill>
                  </a:tcPr>
                </a:tc>
                <a:tc>
                  <a:txBody>
                    <a:bodyPr/>
                    <a:lstStyle/>
                    <a:p>
                      <a:pPr marL="0" lvl="0" indent="0" algn="l" rtl="0">
                        <a:spcBef>
                          <a:spcPts val="0"/>
                        </a:spcBef>
                        <a:spcAft>
                          <a:spcPts val="0"/>
                        </a:spcAft>
                        <a:buClr>
                          <a:schemeClr val="dk1"/>
                        </a:buClr>
                        <a:buSzPts val="2900"/>
                        <a:buFont typeface="Arial"/>
                        <a:buNone/>
                      </a:pPr>
                      <a:r>
                        <a:rPr lang="en" sz="1700">
                          <a:solidFill>
                            <a:schemeClr val="dk1"/>
                          </a:solidFill>
                        </a:rPr>
                        <a:t>UC Berkeley Course (4 Credits): CS 61A (Summer 2025)</a:t>
                      </a:r>
                      <a:endParaRPr sz="1700"/>
                    </a:p>
                  </a:txBody>
                  <a:tcPr marL="121900" marR="0" marT="121900" marB="121900" anchor="ctr">
                    <a:lnL w="28575" cap="flat" cmpd="sng">
                      <a:solidFill>
                        <a:srgbClr val="FFFFFF"/>
                      </a:solidFill>
                      <a:prstDash val="solid"/>
                      <a:round/>
                      <a:headEnd type="none" w="sm" len="sm"/>
                      <a:tailEnd type="none" w="sm" len="sm"/>
                    </a:lnL>
                  </a:tcPr>
                </a:tc>
                <a:extLst>
                  <a:ext uri="{0D108BD9-81ED-4DB2-BD59-A6C34878D82A}">
                    <a16:rowId xmlns:a16="http://schemas.microsoft.com/office/drawing/2014/main" val="10004"/>
                  </a:ext>
                </a:extLst>
              </a:tr>
            </a:tbl>
          </a:graphicData>
        </a:graphic>
      </p:graphicFrame>
      <p:pic>
        <p:nvPicPr>
          <p:cNvPr id="78" name="Google Shape;78;p15">
            <a:hlinkClick r:id="rId3"/>
          </p:cNvPr>
          <p:cNvPicPr preferRelativeResize="0"/>
          <p:nvPr/>
        </p:nvPicPr>
        <p:blipFill rotWithShape="1">
          <a:blip r:embed="rId4">
            <a:alphaModFix/>
          </a:blip>
          <a:srcRect t="17491"/>
          <a:stretch/>
        </p:blipFill>
        <p:spPr>
          <a:xfrm>
            <a:off x="3528331" y="1567049"/>
            <a:ext cx="851233" cy="595800"/>
          </a:xfrm>
          <a:prstGeom prst="rect">
            <a:avLst/>
          </a:prstGeom>
          <a:noFill/>
          <a:ln>
            <a:noFill/>
          </a:ln>
        </p:spPr>
      </p:pic>
      <p:pic>
        <p:nvPicPr>
          <p:cNvPr id="79" name="Google Shape;79;p15" title="Picture3.jpg">
            <a:hlinkClick r:id="rId5"/>
          </p:cNvPr>
          <p:cNvPicPr preferRelativeResize="0"/>
          <p:nvPr/>
        </p:nvPicPr>
        <p:blipFill rotWithShape="1">
          <a:blip r:embed="rId6">
            <a:alphaModFix/>
          </a:blip>
          <a:srcRect l="288" r="298"/>
          <a:stretch/>
        </p:blipFill>
        <p:spPr>
          <a:xfrm>
            <a:off x="3577364" y="2336903"/>
            <a:ext cx="753150" cy="751200"/>
          </a:xfrm>
          <a:prstGeom prst="roundRect">
            <a:avLst>
              <a:gd name="adj" fmla="val 16667"/>
            </a:avLst>
          </a:prstGeom>
          <a:noFill/>
          <a:ln>
            <a:noFill/>
          </a:ln>
        </p:spPr>
      </p:pic>
      <p:pic>
        <p:nvPicPr>
          <p:cNvPr id="80" name="Google Shape;80;p15" title="Picture4.jpg">
            <a:hlinkClick r:id="rId7"/>
          </p:cNvPr>
          <p:cNvPicPr preferRelativeResize="0"/>
          <p:nvPr/>
        </p:nvPicPr>
        <p:blipFill rotWithShape="1">
          <a:blip r:embed="rId8">
            <a:alphaModFix/>
          </a:blip>
          <a:srcRect l="109" r="99"/>
          <a:stretch/>
        </p:blipFill>
        <p:spPr>
          <a:xfrm>
            <a:off x="3585180" y="3140984"/>
            <a:ext cx="737550" cy="732750"/>
          </a:xfrm>
          <a:prstGeom prst="roundRect">
            <a:avLst>
              <a:gd name="adj" fmla="val 16667"/>
            </a:avLst>
          </a:prstGeom>
          <a:noFill/>
          <a:ln>
            <a:noFill/>
          </a:ln>
        </p:spPr>
      </p:pic>
      <p:pic>
        <p:nvPicPr>
          <p:cNvPr id="81" name="Google Shape;81;p15">
            <a:hlinkClick r:id="rId9"/>
          </p:cNvPr>
          <p:cNvPicPr preferRelativeResize="0"/>
          <p:nvPr/>
        </p:nvPicPr>
        <p:blipFill>
          <a:blip r:embed="rId10">
            <a:alphaModFix/>
          </a:blip>
          <a:stretch>
            <a:fillRect/>
          </a:stretch>
        </p:blipFill>
        <p:spPr>
          <a:xfrm>
            <a:off x="3720911" y="5554833"/>
            <a:ext cx="427600" cy="427600"/>
          </a:xfrm>
          <a:prstGeom prst="rect">
            <a:avLst/>
          </a:prstGeom>
          <a:noFill/>
          <a:ln>
            <a:noFill/>
          </a:ln>
        </p:spPr>
      </p:pic>
      <p:pic>
        <p:nvPicPr>
          <p:cNvPr id="82" name="Google Shape;82;p15">
            <a:hlinkClick r:id="rId11"/>
          </p:cNvPr>
          <p:cNvPicPr preferRelativeResize="0"/>
          <p:nvPr/>
        </p:nvPicPr>
        <p:blipFill>
          <a:blip r:embed="rId12">
            <a:alphaModFix/>
          </a:blip>
          <a:stretch>
            <a:fillRect/>
          </a:stretch>
        </p:blipFill>
        <p:spPr>
          <a:xfrm>
            <a:off x="3352195" y="5553910"/>
            <a:ext cx="427600" cy="427600"/>
          </a:xfrm>
          <a:prstGeom prst="rect">
            <a:avLst/>
          </a:prstGeom>
          <a:noFill/>
          <a:ln>
            <a:noFill/>
          </a:ln>
        </p:spPr>
      </p:pic>
      <p:pic>
        <p:nvPicPr>
          <p:cNvPr id="83" name="Google Shape;83;p15">
            <a:hlinkClick r:id="rId13"/>
          </p:cNvPr>
          <p:cNvPicPr preferRelativeResize="0"/>
          <p:nvPr/>
        </p:nvPicPr>
        <p:blipFill>
          <a:blip r:embed="rId12">
            <a:alphaModFix/>
          </a:blip>
          <a:stretch>
            <a:fillRect/>
          </a:stretch>
        </p:blipFill>
        <p:spPr>
          <a:xfrm>
            <a:off x="2964833" y="5554842"/>
            <a:ext cx="427600" cy="427600"/>
          </a:xfrm>
          <a:prstGeom prst="rect">
            <a:avLst/>
          </a:prstGeom>
          <a:noFill/>
          <a:ln>
            <a:noFill/>
          </a:ln>
        </p:spPr>
      </p:pic>
      <p:pic>
        <p:nvPicPr>
          <p:cNvPr id="84" name="Google Shape;84;p15">
            <a:hlinkClick r:id="rId14"/>
          </p:cNvPr>
          <p:cNvPicPr preferRelativeResize="0"/>
          <p:nvPr/>
        </p:nvPicPr>
        <p:blipFill>
          <a:blip r:embed="rId10">
            <a:alphaModFix/>
          </a:blip>
          <a:stretch>
            <a:fillRect/>
          </a:stretch>
        </p:blipFill>
        <p:spPr>
          <a:xfrm>
            <a:off x="4424953" y="5554829"/>
            <a:ext cx="427600" cy="427600"/>
          </a:xfrm>
          <a:prstGeom prst="rect">
            <a:avLst/>
          </a:prstGeom>
          <a:noFill/>
          <a:ln>
            <a:noFill/>
          </a:ln>
        </p:spPr>
      </p:pic>
      <p:pic>
        <p:nvPicPr>
          <p:cNvPr id="85" name="Google Shape;85;p15">
            <a:hlinkClick r:id="rId15"/>
          </p:cNvPr>
          <p:cNvPicPr preferRelativeResize="0"/>
          <p:nvPr/>
        </p:nvPicPr>
        <p:blipFill>
          <a:blip r:embed="rId10">
            <a:alphaModFix/>
          </a:blip>
          <a:stretch>
            <a:fillRect/>
          </a:stretch>
        </p:blipFill>
        <p:spPr>
          <a:xfrm>
            <a:off x="4776075" y="5554828"/>
            <a:ext cx="427600" cy="427600"/>
          </a:xfrm>
          <a:prstGeom prst="rect">
            <a:avLst/>
          </a:prstGeom>
          <a:noFill/>
          <a:ln>
            <a:noFill/>
          </a:ln>
        </p:spPr>
      </p:pic>
      <p:pic>
        <p:nvPicPr>
          <p:cNvPr id="86" name="Google Shape;86;p15">
            <a:hlinkClick r:id="rId16"/>
          </p:cNvPr>
          <p:cNvPicPr preferRelativeResize="0"/>
          <p:nvPr/>
        </p:nvPicPr>
        <p:blipFill>
          <a:blip r:embed="rId12">
            <a:alphaModFix/>
          </a:blip>
          <a:stretch>
            <a:fillRect/>
          </a:stretch>
        </p:blipFill>
        <p:spPr>
          <a:xfrm>
            <a:off x="5107737" y="5554843"/>
            <a:ext cx="427600" cy="427600"/>
          </a:xfrm>
          <a:prstGeom prst="rect">
            <a:avLst/>
          </a:prstGeom>
          <a:noFill/>
          <a:ln>
            <a:noFill/>
          </a:ln>
        </p:spPr>
      </p:pic>
      <p:pic>
        <p:nvPicPr>
          <p:cNvPr id="87" name="Google Shape;87;p15">
            <a:hlinkClick r:id="rId17"/>
          </p:cNvPr>
          <p:cNvPicPr preferRelativeResize="0"/>
          <p:nvPr/>
        </p:nvPicPr>
        <p:blipFill>
          <a:blip r:embed="rId12">
            <a:alphaModFix/>
          </a:blip>
          <a:stretch>
            <a:fillRect/>
          </a:stretch>
        </p:blipFill>
        <p:spPr>
          <a:xfrm>
            <a:off x="4072028" y="5553910"/>
            <a:ext cx="427600" cy="427600"/>
          </a:xfrm>
          <a:prstGeom prst="rect">
            <a:avLst/>
          </a:prstGeom>
          <a:noFill/>
          <a:ln>
            <a:noFill/>
          </a:ln>
        </p:spPr>
      </p:pic>
      <p:pic>
        <p:nvPicPr>
          <p:cNvPr id="88" name="Google Shape;88;p15">
            <a:hlinkClick r:id="rId18"/>
          </p:cNvPr>
          <p:cNvPicPr preferRelativeResize="0"/>
          <p:nvPr/>
        </p:nvPicPr>
        <p:blipFill>
          <a:blip r:embed="rId19">
            <a:alphaModFix/>
          </a:blip>
          <a:stretch>
            <a:fillRect/>
          </a:stretch>
        </p:blipFill>
        <p:spPr>
          <a:xfrm>
            <a:off x="5107729" y="5028631"/>
            <a:ext cx="427600" cy="427600"/>
          </a:xfrm>
          <a:prstGeom prst="rect">
            <a:avLst/>
          </a:prstGeom>
          <a:noFill/>
          <a:ln>
            <a:noFill/>
          </a:ln>
        </p:spPr>
      </p:pic>
      <p:pic>
        <p:nvPicPr>
          <p:cNvPr id="89" name="Google Shape;89;p15">
            <a:hlinkClick r:id="rId20"/>
          </p:cNvPr>
          <p:cNvPicPr preferRelativeResize="0"/>
          <p:nvPr/>
        </p:nvPicPr>
        <p:blipFill>
          <a:blip r:embed="rId12">
            <a:alphaModFix/>
          </a:blip>
          <a:stretch>
            <a:fillRect/>
          </a:stretch>
        </p:blipFill>
        <p:spPr>
          <a:xfrm>
            <a:off x="4776072" y="5028645"/>
            <a:ext cx="427600" cy="427600"/>
          </a:xfrm>
          <a:prstGeom prst="rect">
            <a:avLst/>
          </a:prstGeom>
          <a:noFill/>
          <a:ln>
            <a:noFill/>
          </a:ln>
        </p:spPr>
      </p:pic>
      <p:sp>
        <p:nvSpPr>
          <p:cNvPr id="90" name="Google Shape;90;p15"/>
          <p:cNvSpPr/>
          <p:nvPr/>
        </p:nvSpPr>
        <p:spPr>
          <a:xfrm>
            <a:off x="0" y="0"/>
            <a:ext cx="12192000" cy="945600"/>
          </a:xfrm>
          <a:prstGeom prst="rect">
            <a:avLst/>
          </a:prstGeom>
          <a:solidFill>
            <a:srgbClr val="333399"/>
          </a:solidFill>
          <a:ln>
            <a:noFill/>
          </a:ln>
        </p:spPr>
        <p:txBody>
          <a:bodyPr spcFirstLastPara="1" wrap="square" lIns="121900" tIns="121900" rIns="121900" bIns="121900" anchor="t" anchorCtr="0">
            <a:noAutofit/>
          </a:bodyPr>
          <a:lstStyle/>
          <a:p>
            <a:pPr algn="ctr" defTabSz="457200" eaLnBrk="1" fontAlgn="auto" hangingPunct="1">
              <a:spcBef>
                <a:spcPts val="0"/>
              </a:spcBef>
              <a:spcAft>
                <a:spcPts val="0"/>
              </a:spcAft>
              <a:buClr>
                <a:srgbClr val="000000"/>
              </a:buClr>
            </a:pPr>
            <a:r>
              <a:rPr kumimoji="0" lang="en" sz="4800" kern="0" dirty="0">
                <a:solidFill>
                  <a:srgbClr val="FFFFFF"/>
                </a:solidFill>
                <a:latin typeface="Arial"/>
                <a:cs typeface="Arial"/>
                <a:sym typeface="Arial"/>
              </a:rPr>
              <a:t>Adam Cheong 【2023~2027】</a:t>
            </a:r>
            <a:endParaRPr kumimoji="0" sz="1750" kern="0" dirty="0">
              <a:solidFill>
                <a:srgbClr val="FFFFFF"/>
              </a:solidFill>
              <a:latin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5" name="Google Shape;95;p16" title="Masason Members.jpg"/>
          <p:cNvPicPr preferRelativeResize="0"/>
          <p:nvPr/>
        </p:nvPicPr>
        <p:blipFill rotWithShape="1">
          <a:blip r:embed="rId3">
            <a:alphaModFix/>
          </a:blip>
          <a:srcRect b="5669"/>
          <a:stretch/>
        </p:blipFill>
        <p:spPr>
          <a:xfrm>
            <a:off x="0" y="0"/>
            <a:ext cx="12192000" cy="6858001"/>
          </a:xfrm>
          <a:prstGeom prst="rect">
            <a:avLst/>
          </a:prstGeom>
          <a:noFill/>
          <a:ln>
            <a:noFill/>
          </a:ln>
        </p:spPr>
      </p:pic>
      <p:sp>
        <p:nvSpPr>
          <p:cNvPr id="96" name="Google Shape;96;p16"/>
          <p:cNvSpPr/>
          <p:nvPr/>
        </p:nvSpPr>
        <p:spPr>
          <a:xfrm>
            <a:off x="0" y="0"/>
            <a:ext cx="12192000" cy="6858000"/>
          </a:xfrm>
          <a:prstGeom prst="rect">
            <a:avLst/>
          </a:prstGeom>
          <a:solidFill>
            <a:srgbClr val="434343">
              <a:alpha val="53160"/>
            </a:srgbClr>
          </a:solidFill>
          <a:ln>
            <a:noFill/>
          </a:ln>
        </p:spPr>
        <p:txBody>
          <a:bodyPr spcFirstLastPara="1" wrap="square" lIns="121900" tIns="121900" rIns="121900" bIns="121900" anchor="ctr" anchorCtr="0">
            <a:noAutofit/>
          </a:bodyPr>
          <a:lstStyle/>
          <a:p>
            <a:pPr algn="ctr" defTabSz="457200" eaLnBrk="1" fontAlgn="auto" hangingPunct="1">
              <a:spcBef>
                <a:spcPts val="0"/>
              </a:spcBef>
              <a:spcAft>
                <a:spcPts val="0"/>
              </a:spcAft>
              <a:buClr>
                <a:srgbClr val="000000"/>
              </a:buClr>
            </a:pPr>
            <a:r>
              <a:rPr kumimoji="0" lang="en" sz="1850" kern="0">
                <a:solidFill>
                  <a:srgbClr val="000000"/>
                </a:solidFill>
                <a:latin typeface="Lato"/>
                <a:ea typeface="Lato"/>
                <a:cs typeface="Lato"/>
                <a:sym typeface="Lato"/>
              </a:rPr>
              <a:t> </a:t>
            </a:r>
            <a:endParaRPr kumimoji="0" sz="1850" kern="0">
              <a:solidFill>
                <a:srgbClr val="000000"/>
              </a:solidFill>
              <a:latin typeface="Lato"/>
              <a:ea typeface="Lato"/>
              <a:cs typeface="Lato"/>
              <a:sym typeface="Lato"/>
            </a:endParaRPr>
          </a:p>
        </p:txBody>
      </p:sp>
      <p:sp>
        <p:nvSpPr>
          <p:cNvPr id="97" name="Google Shape;97;p16"/>
          <p:cNvSpPr txBox="1">
            <a:spLocks noGrp="1"/>
          </p:cNvSpPr>
          <p:nvPr>
            <p:ph type="subTitle" idx="1"/>
          </p:nvPr>
        </p:nvSpPr>
        <p:spPr>
          <a:xfrm>
            <a:off x="2190600" y="106725"/>
            <a:ext cx="7810800" cy="6470250"/>
          </a:xfrm>
          <a:prstGeom prst="rect">
            <a:avLst/>
          </a:prstGeom>
          <a:solidFill>
            <a:srgbClr val="FFFFFF"/>
          </a:solidFill>
        </p:spPr>
        <p:txBody>
          <a:bodyPr spcFirstLastPara="1" wrap="square" lIns="121900" tIns="121900" rIns="121900" bIns="121900" anchor="ctr" anchorCtr="0">
            <a:normAutofit fontScale="70000" lnSpcReduction="20000"/>
          </a:bodyPr>
          <a:lstStyle/>
          <a:p>
            <a:pPr marL="0" indent="0" algn="l">
              <a:lnSpc>
                <a:spcPct val="115000"/>
              </a:lnSpc>
            </a:pPr>
            <a:endParaRPr sz="2929" dirty="0"/>
          </a:p>
          <a:p>
            <a:pPr marL="2828925" indent="0" algn="l">
              <a:lnSpc>
                <a:spcPct val="115000"/>
              </a:lnSpc>
              <a:buClr>
                <a:schemeClr val="dk1"/>
              </a:buClr>
              <a:buSzPct val="50877"/>
            </a:pPr>
            <a:r>
              <a:rPr lang="en" sz="2850" dirty="0">
                <a:solidFill>
                  <a:srgbClr val="434343"/>
                </a:solidFill>
              </a:rPr>
              <a:t>ADAM CHEONG</a:t>
            </a:r>
            <a:endParaRPr sz="2850" dirty="0">
              <a:solidFill>
                <a:srgbClr val="434343"/>
              </a:solidFill>
            </a:endParaRPr>
          </a:p>
          <a:p>
            <a:pPr marL="2828925" indent="0" algn="l">
              <a:lnSpc>
                <a:spcPct val="115000"/>
              </a:lnSpc>
            </a:pPr>
            <a:endParaRPr sz="3592" dirty="0"/>
          </a:p>
          <a:p>
            <a:pPr marL="2828925" indent="0" algn="l">
              <a:lnSpc>
                <a:spcPct val="115000"/>
              </a:lnSpc>
              <a:buClr>
                <a:schemeClr val="dk1"/>
              </a:buClr>
              <a:buSzPct val="87878"/>
            </a:pPr>
            <a:r>
              <a:rPr lang="en" sz="1650" dirty="0">
                <a:solidFill>
                  <a:srgbClr val="434343"/>
                </a:solidFill>
              </a:rPr>
              <a:t>2025年 「The Structure &amp; Interpretation of Computer Programs (CS 61A)」、</a:t>
            </a:r>
            <a:r>
              <a:rPr lang="en" sz="1650" dirty="0" err="1">
                <a:solidFill>
                  <a:srgbClr val="434343"/>
                </a:solidFill>
              </a:rPr>
              <a:t>カリフォルニア大学バークレー校・プレカレッジ・スカラ</a:t>
            </a:r>
            <a:r>
              <a:rPr lang="en" sz="1650" dirty="0">
                <a:solidFill>
                  <a:srgbClr val="434343"/>
                </a:solidFill>
              </a:rPr>
              <a:t>ー</a:t>
            </a:r>
            <a:endParaRPr sz="1650" dirty="0">
              <a:solidFill>
                <a:srgbClr val="434343"/>
              </a:solidFill>
            </a:endParaRPr>
          </a:p>
          <a:p>
            <a:pPr marL="2828925" indent="0" algn="l">
              <a:lnSpc>
                <a:spcPct val="115000"/>
              </a:lnSpc>
              <a:buClr>
                <a:schemeClr val="dk1"/>
              </a:buClr>
              <a:buSzPct val="87878"/>
            </a:pPr>
            <a:r>
              <a:rPr lang="en" sz="1650" dirty="0">
                <a:solidFill>
                  <a:srgbClr val="434343"/>
                </a:solidFill>
              </a:rPr>
              <a:t>2025年 </a:t>
            </a:r>
            <a:r>
              <a:rPr lang="en" sz="1650" dirty="0" err="1">
                <a:solidFill>
                  <a:srgbClr val="434343"/>
                </a:solidFill>
              </a:rPr>
              <a:t>アラメダ郡科学技術フェア、生物統計学・計算生物学部門</a:t>
            </a:r>
            <a:r>
              <a:rPr lang="en" sz="1650" dirty="0">
                <a:solidFill>
                  <a:srgbClr val="434343"/>
                </a:solidFill>
              </a:rPr>
              <a:t> 第4位</a:t>
            </a:r>
            <a:endParaRPr sz="1650" dirty="0">
              <a:solidFill>
                <a:srgbClr val="434343"/>
              </a:solidFill>
            </a:endParaRPr>
          </a:p>
          <a:p>
            <a:pPr marL="2828925" indent="0" algn="l">
              <a:lnSpc>
                <a:spcPct val="115000"/>
              </a:lnSpc>
              <a:buClr>
                <a:schemeClr val="dk1"/>
              </a:buClr>
              <a:buSzPct val="87878"/>
            </a:pPr>
            <a:r>
              <a:rPr lang="en" sz="1650" dirty="0">
                <a:solidFill>
                  <a:srgbClr val="434343"/>
                </a:solidFill>
              </a:rPr>
              <a:t>2025年 </a:t>
            </a:r>
            <a:r>
              <a:rPr lang="en" sz="1650" dirty="0" err="1">
                <a:solidFill>
                  <a:srgbClr val="434343"/>
                </a:solidFill>
              </a:rPr>
              <a:t>米国生物学オリンピック</a:t>
            </a:r>
            <a:r>
              <a:rPr lang="en" sz="1650" dirty="0">
                <a:solidFill>
                  <a:srgbClr val="434343"/>
                </a:solidFill>
              </a:rPr>
              <a:t> (USABO) </a:t>
            </a:r>
            <a:r>
              <a:rPr lang="en" sz="1650" dirty="0" err="1">
                <a:solidFill>
                  <a:srgbClr val="434343"/>
                </a:solidFill>
              </a:rPr>
              <a:t>努力賞</a:t>
            </a:r>
            <a:r>
              <a:rPr lang="en" sz="1650" dirty="0">
                <a:solidFill>
                  <a:srgbClr val="434343"/>
                </a:solidFill>
              </a:rPr>
              <a:t> (Honorable Mention)</a:t>
            </a:r>
            <a:endParaRPr sz="1650" dirty="0">
              <a:solidFill>
                <a:srgbClr val="434343"/>
              </a:solidFill>
            </a:endParaRPr>
          </a:p>
          <a:p>
            <a:pPr marL="2828925" indent="0" algn="l">
              <a:lnSpc>
                <a:spcPct val="115000"/>
              </a:lnSpc>
              <a:buClr>
                <a:schemeClr val="dk1"/>
              </a:buClr>
              <a:buSzPct val="87878"/>
            </a:pPr>
            <a:r>
              <a:rPr lang="en" sz="1650" dirty="0">
                <a:solidFill>
                  <a:srgbClr val="434343"/>
                </a:solidFill>
              </a:rPr>
              <a:t>2024年 「</a:t>
            </a:r>
            <a:r>
              <a:rPr lang="en" sz="1650" dirty="0" err="1">
                <a:solidFill>
                  <a:srgbClr val="434343"/>
                </a:solidFill>
              </a:rPr>
              <a:t>競争行動の数学</a:t>
            </a:r>
            <a:r>
              <a:rPr lang="en" sz="1650" dirty="0">
                <a:solidFill>
                  <a:srgbClr val="434343"/>
                </a:solidFill>
              </a:rPr>
              <a:t>」、</a:t>
            </a:r>
            <a:r>
              <a:rPr lang="en" sz="1650" dirty="0" err="1">
                <a:solidFill>
                  <a:srgbClr val="434343"/>
                </a:solidFill>
              </a:rPr>
              <a:t>ジョンズ・ホプキンス大学・才能ある青少年センタ</a:t>
            </a:r>
            <a:r>
              <a:rPr lang="en" sz="1650" dirty="0">
                <a:solidFill>
                  <a:srgbClr val="434343"/>
                </a:solidFill>
              </a:rPr>
              <a:t>ー (CTY)</a:t>
            </a:r>
            <a:endParaRPr sz="1650" dirty="0">
              <a:solidFill>
                <a:srgbClr val="434343"/>
              </a:solidFill>
            </a:endParaRPr>
          </a:p>
          <a:p>
            <a:pPr marL="2828925" indent="0" algn="l">
              <a:lnSpc>
                <a:spcPct val="115000"/>
              </a:lnSpc>
              <a:buClr>
                <a:schemeClr val="dk1"/>
              </a:buClr>
              <a:buSzPct val="87878"/>
            </a:pPr>
            <a:r>
              <a:rPr lang="en" sz="1650" dirty="0">
                <a:solidFill>
                  <a:srgbClr val="434343"/>
                </a:solidFill>
              </a:rPr>
              <a:t>2024年 </a:t>
            </a:r>
            <a:r>
              <a:rPr lang="en" sz="1650" dirty="0" err="1">
                <a:solidFill>
                  <a:srgbClr val="434343"/>
                </a:solidFill>
              </a:rPr>
              <a:t>全国ラテン語試験</a:t>
            </a:r>
            <a:r>
              <a:rPr lang="en" sz="1650" dirty="0">
                <a:solidFill>
                  <a:srgbClr val="434343"/>
                </a:solidFill>
              </a:rPr>
              <a:t> </a:t>
            </a:r>
            <a:r>
              <a:rPr lang="en" sz="1650" dirty="0" err="1">
                <a:solidFill>
                  <a:srgbClr val="434343"/>
                </a:solidFill>
              </a:rPr>
              <a:t>マキシマ・クム・ラウデ</a:t>
            </a:r>
            <a:r>
              <a:rPr lang="en" sz="1650" dirty="0">
                <a:solidFill>
                  <a:srgbClr val="434343"/>
                </a:solidFill>
              </a:rPr>
              <a:t> (</a:t>
            </a:r>
            <a:r>
              <a:rPr lang="en" sz="1650" dirty="0" err="1">
                <a:solidFill>
                  <a:srgbClr val="434343"/>
                </a:solidFill>
              </a:rPr>
              <a:t>銀賞</a:t>
            </a:r>
            <a:r>
              <a:rPr lang="en" sz="1650" dirty="0">
                <a:solidFill>
                  <a:srgbClr val="434343"/>
                </a:solidFill>
              </a:rPr>
              <a:t>)</a:t>
            </a:r>
            <a:endParaRPr lang="zh-CN" altLang="en-US" sz="1650" dirty="0">
              <a:solidFill>
                <a:srgbClr val="434343"/>
              </a:solidFill>
            </a:endParaRPr>
          </a:p>
          <a:p>
            <a:pPr marL="2828925" indent="0" algn="l">
              <a:lnSpc>
                <a:spcPct val="115000"/>
              </a:lnSpc>
              <a:buClr>
                <a:schemeClr val="dk1"/>
              </a:buClr>
              <a:buSzPct val="87878"/>
            </a:pPr>
            <a:r>
              <a:rPr lang="en-US" altLang="zh-CN" sz="1650" dirty="0">
                <a:solidFill>
                  <a:srgbClr val="434343"/>
                </a:solidFill>
              </a:rPr>
              <a:t>2024</a:t>
            </a:r>
            <a:r>
              <a:rPr lang="zh-CN" altLang="en-US" sz="1650" dirty="0">
                <a:solidFill>
                  <a:srgbClr val="434343"/>
                </a:solidFill>
              </a:rPr>
              <a:t>年 </a:t>
            </a:r>
            <a:r>
              <a:rPr lang="ja-JP" altLang="en-US" sz="1650">
                <a:solidFill>
                  <a:srgbClr val="434343"/>
                </a:solidFill>
              </a:rPr>
              <a:t>カリフォルニア</a:t>
            </a:r>
            <a:r>
              <a:rPr lang="zh-CN" altLang="en-US" sz="1650" dirty="0">
                <a:solidFill>
                  <a:srgbClr val="434343"/>
                </a:solidFill>
              </a:rPr>
              <a:t>州科学技術</a:t>
            </a:r>
            <a:r>
              <a:rPr lang="ja-JP" altLang="en-US" sz="1650">
                <a:solidFill>
                  <a:srgbClr val="434343"/>
                </a:solidFill>
              </a:rPr>
              <a:t>フェア、</a:t>
            </a:r>
            <a:r>
              <a:rPr lang="zh-CN" altLang="en-US" sz="1650" dirty="0">
                <a:solidFill>
                  <a:srgbClr val="434343"/>
                </a:solidFill>
              </a:rPr>
              <a:t>動物学部門 努力賞</a:t>
            </a:r>
          </a:p>
          <a:p>
            <a:pPr marL="76200" indent="0" algn="l">
              <a:lnSpc>
                <a:spcPct val="115000"/>
              </a:lnSpc>
              <a:buClr>
                <a:schemeClr val="dk1"/>
              </a:buClr>
              <a:buSzPct val="87878"/>
            </a:pPr>
            <a:r>
              <a:rPr lang="en" sz="1650" dirty="0">
                <a:solidFill>
                  <a:srgbClr val="434343"/>
                </a:solidFill>
              </a:rPr>
              <a:t>2024年 </a:t>
            </a:r>
            <a:r>
              <a:rPr lang="en" sz="1650" dirty="0" err="1">
                <a:solidFill>
                  <a:srgbClr val="434343"/>
                </a:solidFill>
              </a:rPr>
              <a:t>ゴールデンゲートSTEMフェア、生命科学部門</a:t>
            </a:r>
            <a:r>
              <a:rPr lang="en" sz="1650" dirty="0">
                <a:solidFill>
                  <a:srgbClr val="434343"/>
                </a:solidFill>
              </a:rPr>
              <a:t> 第1位 &amp; </a:t>
            </a:r>
            <a:r>
              <a:rPr lang="en" sz="1650" dirty="0" err="1">
                <a:solidFill>
                  <a:srgbClr val="434343"/>
                </a:solidFill>
              </a:rPr>
              <a:t>ビル・トービン賞</a:t>
            </a:r>
            <a:r>
              <a:rPr lang="en" sz="1650" dirty="0">
                <a:solidFill>
                  <a:srgbClr val="434343"/>
                </a:solidFill>
              </a:rPr>
              <a:t> </a:t>
            </a:r>
            <a:r>
              <a:rPr lang="en" sz="1650" dirty="0" err="1">
                <a:solidFill>
                  <a:srgbClr val="434343"/>
                </a:solidFill>
              </a:rPr>
              <a:t>受賞</a:t>
            </a:r>
            <a:endParaRPr sz="1650" dirty="0">
              <a:solidFill>
                <a:srgbClr val="434343"/>
              </a:solidFill>
            </a:endParaRPr>
          </a:p>
          <a:p>
            <a:pPr marL="76200" indent="0" algn="l">
              <a:lnSpc>
                <a:spcPct val="115000"/>
              </a:lnSpc>
              <a:buClr>
                <a:schemeClr val="dk1"/>
              </a:buClr>
              <a:buSzPct val="87878"/>
            </a:pPr>
            <a:r>
              <a:rPr lang="en" sz="1650" dirty="0">
                <a:solidFill>
                  <a:srgbClr val="434343"/>
                </a:solidFill>
              </a:rPr>
              <a:t>2023年 「</a:t>
            </a:r>
            <a:r>
              <a:rPr lang="en" sz="1650" dirty="0" err="1">
                <a:solidFill>
                  <a:srgbClr val="434343"/>
                </a:solidFill>
              </a:rPr>
              <a:t>論理学：推論の原理</a:t>
            </a:r>
            <a:r>
              <a:rPr lang="en" sz="1650" dirty="0">
                <a:solidFill>
                  <a:srgbClr val="434343"/>
                </a:solidFill>
              </a:rPr>
              <a:t>」、</a:t>
            </a:r>
            <a:r>
              <a:rPr lang="en" sz="1650" dirty="0" err="1">
                <a:solidFill>
                  <a:srgbClr val="434343"/>
                </a:solidFill>
              </a:rPr>
              <a:t>ジョンズ・ホプキンス大学・才能ある青少年センタ</a:t>
            </a:r>
            <a:r>
              <a:rPr lang="en" sz="1650" dirty="0">
                <a:solidFill>
                  <a:srgbClr val="434343"/>
                </a:solidFill>
              </a:rPr>
              <a:t>ー(CTY)</a:t>
            </a:r>
            <a:endParaRPr sz="1650" dirty="0">
              <a:solidFill>
                <a:srgbClr val="434343"/>
              </a:solidFill>
            </a:endParaRPr>
          </a:p>
          <a:p>
            <a:pPr marL="76200" indent="0" algn="l">
              <a:lnSpc>
                <a:spcPct val="115000"/>
              </a:lnSpc>
              <a:buClr>
                <a:schemeClr val="dk1"/>
              </a:buClr>
              <a:buSzPct val="87878"/>
            </a:pPr>
            <a:r>
              <a:rPr lang="en" sz="1650" dirty="0">
                <a:solidFill>
                  <a:srgbClr val="434343"/>
                </a:solidFill>
              </a:rPr>
              <a:t>2023年 </a:t>
            </a:r>
            <a:r>
              <a:rPr lang="en" sz="1650" dirty="0" err="1">
                <a:solidFill>
                  <a:srgbClr val="434343"/>
                </a:solidFill>
              </a:rPr>
              <a:t>カリフォルニア州科学技術フェア、応用力学・構造部門</a:t>
            </a:r>
            <a:r>
              <a:rPr lang="en" sz="1650" dirty="0">
                <a:solidFill>
                  <a:srgbClr val="434343"/>
                </a:solidFill>
              </a:rPr>
              <a:t> </a:t>
            </a:r>
            <a:r>
              <a:rPr lang="en" sz="1650" dirty="0" err="1">
                <a:solidFill>
                  <a:srgbClr val="434343"/>
                </a:solidFill>
              </a:rPr>
              <a:t>努力賞</a:t>
            </a:r>
            <a:endParaRPr sz="1650" dirty="0">
              <a:solidFill>
                <a:srgbClr val="434343"/>
              </a:solidFill>
            </a:endParaRPr>
          </a:p>
          <a:p>
            <a:pPr marL="76200" indent="0" algn="l">
              <a:lnSpc>
                <a:spcPct val="115000"/>
              </a:lnSpc>
              <a:buClr>
                <a:schemeClr val="dk1"/>
              </a:buClr>
              <a:buSzPct val="87878"/>
            </a:pPr>
            <a:r>
              <a:rPr lang="en" sz="1650" dirty="0">
                <a:solidFill>
                  <a:srgbClr val="434343"/>
                </a:solidFill>
              </a:rPr>
              <a:t>2023年 </a:t>
            </a:r>
            <a:r>
              <a:rPr lang="en" sz="1650" dirty="0" err="1">
                <a:solidFill>
                  <a:srgbClr val="434343"/>
                </a:solidFill>
              </a:rPr>
              <a:t>ゴールデンゲートSTEMフェア、電気・機械工学部門</a:t>
            </a:r>
            <a:r>
              <a:rPr lang="en" sz="1650" dirty="0">
                <a:solidFill>
                  <a:srgbClr val="434343"/>
                </a:solidFill>
              </a:rPr>
              <a:t> 第1位</a:t>
            </a:r>
            <a:endParaRPr sz="1650" dirty="0">
              <a:solidFill>
                <a:srgbClr val="434343"/>
              </a:solidFill>
            </a:endParaRPr>
          </a:p>
          <a:p>
            <a:pPr marL="76200" indent="0" algn="l">
              <a:lnSpc>
                <a:spcPct val="115000"/>
              </a:lnSpc>
              <a:buClr>
                <a:schemeClr val="dk1"/>
              </a:buClr>
              <a:buSzPct val="87878"/>
            </a:pPr>
            <a:r>
              <a:rPr lang="en" sz="1650" dirty="0">
                <a:solidFill>
                  <a:srgbClr val="434343"/>
                </a:solidFill>
              </a:rPr>
              <a:t>2023年 </a:t>
            </a:r>
            <a:r>
              <a:rPr lang="en" sz="1650" dirty="0" err="1">
                <a:solidFill>
                  <a:srgbClr val="434343"/>
                </a:solidFill>
              </a:rPr>
              <a:t>サンマテオSTEMフェア、工学・技術・科学応用部門</a:t>
            </a:r>
            <a:r>
              <a:rPr lang="en" sz="1650" dirty="0">
                <a:solidFill>
                  <a:srgbClr val="434343"/>
                </a:solidFill>
              </a:rPr>
              <a:t> 第1位</a:t>
            </a:r>
            <a:endParaRPr sz="1650" dirty="0">
              <a:solidFill>
                <a:srgbClr val="434343"/>
              </a:solidFill>
            </a:endParaRPr>
          </a:p>
          <a:p>
            <a:pPr marL="76200" indent="0" algn="l">
              <a:lnSpc>
                <a:spcPct val="115000"/>
              </a:lnSpc>
            </a:pPr>
            <a:r>
              <a:rPr lang="en" sz="1650" dirty="0">
                <a:solidFill>
                  <a:srgbClr val="434343"/>
                </a:solidFill>
              </a:rPr>
              <a:t>2022年 </a:t>
            </a:r>
            <a:r>
              <a:rPr lang="en" sz="1650" dirty="0" err="1">
                <a:solidFill>
                  <a:srgbClr val="434343"/>
                </a:solidFill>
              </a:rPr>
              <a:t>サンマテオSTEMフェア、生物システム部門</a:t>
            </a:r>
            <a:r>
              <a:rPr lang="en" sz="1650" dirty="0">
                <a:solidFill>
                  <a:srgbClr val="434343"/>
                </a:solidFill>
              </a:rPr>
              <a:t> </a:t>
            </a:r>
            <a:r>
              <a:rPr lang="en" sz="1650" dirty="0" err="1">
                <a:solidFill>
                  <a:srgbClr val="434343"/>
                </a:solidFill>
              </a:rPr>
              <a:t>努力賞</a:t>
            </a:r>
            <a:endParaRPr sz="1650" dirty="0">
              <a:solidFill>
                <a:srgbClr val="434343"/>
              </a:solidFill>
            </a:endParaRPr>
          </a:p>
          <a:p>
            <a:pPr marL="76200" indent="0" algn="l">
              <a:lnSpc>
                <a:spcPct val="115000"/>
              </a:lnSpc>
            </a:pPr>
            <a:endParaRPr sz="1650" dirty="0">
              <a:solidFill>
                <a:srgbClr val="434343"/>
              </a:solidFill>
            </a:endParaRPr>
          </a:p>
          <a:p>
            <a:pPr marL="76200" indent="0" algn="l">
              <a:lnSpc>
                <a:spcPct val="115000"/>
              </a:lnSpc>
              <a:buClr>
                <a:schemeClr val="dk1"/>
              </a:buClr>
              <a:buSzPct val="87878"/>
            </a:pPr>
            <a:r>
              <a:rPr lang="en" sz="1650" dirty="0">
                <a:solidFill>
                  <a:srgbClr val="434343"/>
                </a:solidFill>
              </a:rPr>
              <a:t>私は幼い頃から、ずっと科学が大好きです。高校1年生で生物を履修し、AP Biologyでは5を取得しました。現在は2年生として、「</a:t>
            </a:r>
            <a:r>
              <a:rPr lang="en" sz="1650" dirty="0" err="1">
                <a:solidFill>
                  <a:srgbClr val="434343"/>
                </a:solidFill>
              </a:rPr>
              <a:t>ダブルサイエンス」としてAP</a:t>
            </a:r>
            <a:r>
              <a:rPr lang="en" sz="1650" dirty="0">
                <a:solidFill>
                  <a:srgbClr val="434343"/>
                </a:solidFill>
              </a:rPr>
              <a:t> </a:t>
            </a:r>
            <a:r>
              <a:rPr lang="en" sz="1650" dirty="0" err="1">
                <a:solidFill>
                  <a:srgbClr val="434343"/>
                </a:solidFill>
              </a:rPr>
              <a:t>ChemistryとAP</a:t>
            </a:r>
            <a:r>
              <a:rPr lang="en" sz="1650" dirty="0">
                <a:solidFill>
                  <a:srgbClr val="434343"/>
                </a:solidFill>
              </a:rPr>
              <a:t> Physics C: </a:t>
            </a:r>
            <a:r>
              <a:rPr lang="en" sz="1650" dirty="0" err="1">
                <a:solidFill>
                  <a:srgbClr val="434343"/>
                </a:solidFill>
              </a:rPr>
              <a:t>Mechanicsに加え、AP</a:t>
            </a:r>
            <a:r>
              <a:rPr lang="en" sz="1650" dirty="0">
                <a:solidFill>
                  <a:srgbClr val="434343"/>
                </a:solidFill>
              </a:rPr>
              <a:t> Calculus </a:t>
            </a:r>
            <a:r>
              <a:rPr lang="en" sz="1650" dirty="0" err="1">
                <a:solidFill>
                  <a:srgbClr val="434343"/>
                </a:solidFill>
              </a:rPr>
              <a:t>BCも履修し、より深い学びへと進んでいます。また、Berkeley</a:t>
            </a:r>
            <a:r>
              <a:rPr lang="en" sz="1650" dirty="0">
                <a:solidFill>
                  <a:srgbClr val="434343"/>
                </a:solidFill>
              </a:rPr>
              <a:t> Math Circleには10年間在籍し、数学的思考力を着実に培ってきました。</a:t>
            </a:r>
            <a:endParaRPr sz="1650" dirty="0">
              <a:solidFill>
                <a:srgbClr val="434343"/>
              </a:solidFill>
            </a:endParaRPr>
          </a:p>
          <a:p>
            <a:pPr marL="76200" indent="0" algn="l">
              <a:lnSpc>
                <a:spcPct val="115000"/>
              </a:lnSpc>
              <a:buClr>
                <a:schemeClr val="dk1"/>
              </a:buClr>
              <a:buSzPct val="87878"/>
            </a:pPr>
            <a:endParaRPr sz="1650" dirty="0">
              <a:solidFill>
                <a:srgbClr val="434343"/>
              </a:solidFill>
            </a:endParaRPr>
          </a:p>
          <a:p>
            <a:pPr marL="76200" indent="0" algn="l">
              <a:lnSpc>
                <a:spcPct val="115000"/>
              </a:lnSpc>
              <a:buClr>
                <a:schemeClr val="dk1"/>
              </a:buClr>
              <a:buSzPct val="87878"/>
            </a:pPr>
            <a:r>
              <a:rPr lang="en" sz="1650" dirty="0" err="1">
                <a:solidFill>
                  <a:srgbClr val="434343"/>
                </a:solidFill>
              </a:rPr>
              <a:t>私は常に、学びを現実の問題解決に応用することに強い関心と喜びを感じています。その思いから、サンフランシスコのスタートアップ</a:t>
            </a:r>
            <a:r>
              <a:rPr lang="en" sz="1650" dirty="0">
                <a:solidFill>
                  <a:srgbClr val="434343"/>
                </a:solidFill>
              </a:rPr>
              <a:t> Watney Robotics にて「創業期インターン」として、ロボットアームや遠隔操作コントローラーの組み立て、データラベリング、機械学習モデルのトレーニングなどに取り組んでいます。</a:t>
            </a:r>
            <a:endParaRPr sz="1650" dirty="0">
              <a:solidFill>
                <a:srgbClr val="434343"/>
              </a:solidFill>
            </a:endParaRPr>
          </a:p>
          <a:p>
            <a:pPr marL="76200" indent="0" algn="l">
              <a:lnSpc>
                <a:spcPct val="115000"/>
              </a:lnSpc>
              <a:buClr>
                <a:schemeClr val="dk1"/>
              </a:buClr>
              <a:buSzPct val="87878"/>
            </a:pPr>
            <a:endParaRPr sz="1650" dirty="0">
              <a:solidFill>
                <a:srgbClr val="434343"/>
              </a:solidFill>
            </a:endParaRPr>
          </a:p>
          <a:p>
            <a:pPr marL="76200" indent="0" algn="l">
              <a:lnSpc>
                <a:spcPct val="115000"/>
              </a:lnSpc>
            </a:pPr>
            <a:r>
              <a:rPr lang="en" sz="1650" dirty="0">
                <a:solidFill>
                  <a:srgbClr val="434343"/>
                </a:solidFill>
              </a:rPr>
              <a:t>そして私は、私たちの世代におけるロボティクスの最も重要な課題を常に見極め、その解決に向けて英知と資源が結集できる未来を継続的に築いていくことを信念としており、今後もその実現に向けて全力で取り組んでまいります。</a:t>
            </a:r>
            <a:endParaRPr sz="1650" dirty="0">
              <a:solidFill>
                <a:srgbClr val="434343"/>
              </a:solidFill>
            </a:endParaRPr>
          </a:p>
        </p:txBody>
      </p:sp>
      <p:pic>
        <p:nvPicPr>
          <p:cNvPr id="98" name="Google Shape;98;p16" title="Picture2.jpg"/>
          <p:cNvPicPr preferRelativeResize="0"/>
          <p:nvPr/>
        </p:nvPicPr>
        <p:blipFill rotWithShape="1">
          <a:blip r:embed="rId4">
            <a:alphaModFix/>
          </a:blip>
          <a:srcRect/>
          <a:stretch/>
        </p:blipFill>
        <p:spPr>
          <a:xfrm>
            <a:off x="2393920" y="405753"/>
            <a:ext cx="2591202" cy="25911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pic>
        <p:nvPicPr>
          <p:cNvPr id="103" name="Google Shape;103;p17" title="4 1-3.jpeg"/>
          <p:cNvPicPr preferRelativeResize="0"/>
          <p:nvPr/>
        </p:nvPicPr>
        <p:blipFill>
          <a:blip r:embed="rId3">
            <a:alphaModFix/>
          </a:blip>
          <a:stretch>
            <a:fillRect/>
          </a:stretch>
        </p:blipFill>
        <p:spPr>
          <a:xfrm>
            <a:off x="355901" y="1328417"/>
            <a:ext cx="3872034" cy="5152666"/>
          </a:xfrm>
          <a:prstGeom prst="rect">
            <a:avLst/>
          </a:prstGeom>
          <a:noFill/>
          <a:ln>
            <a:noFill/>
          </a:ln>
        </p:spPr>
      </p:pic>
      <p:sp>
        <p:nvSpPr>
          <p:cNvPr id="104" name="Google Shape;104;p17"/>
          <p:cNvSpPr txBox="1">
            <a:spLocks noGrp="1"/>
          </p:cNvSpPr>
          <p:nvPr>
            <p:ph type="title"/>
          </p:nvPr>
        </p:nvSpPr>
        <p:spPr>
          <a:xfrm>
            <a:off x="407267" y="91667"/>
            <a:ext cx="2367600" cy="711150"/>
          </a:xfrm>
          <a:prstGeom prst="rect">
            <a:avLst/>
          </a:prstGeom>
        </p:spPr>
        <p:txBody>
          <a:bodyPr spcFirstLastPara="1" vert="horz" wrap="square" lIns="121900" tIns="121900" rIns="121900" bIns="121900" numCol="1" anchor="t" anchorCtr="0" compatLnSpc="1">
            <a:prstTxWarp prst="textNoShape">
              <a:avLst/>
            </a:prstTxWarp>
            <a:normAutofit/>
          </a:bodyPr>
          <a:lstStyle/>
          <a:p>
            <a:pPr algn="ctr">
              <a:buClr>
                <a:schemeClr val="dk1"/>
              </a:buClr>
              <a:buSzPts val="2900"/>
            </a:pPr>
            <a:r>
              <a:rPr lang="en" sz="2650" b="1">
                <a:solidFill>
                  <a:schemeClr val="dk1"/>
                </a:solidFill>
                <a:uFill>
                  <a:noFill/>
                </a:uFill>
                <a:hlinkClick r:id="rId4">
                  <a:extLst>
                    <a:ext uri="{A12FA001-AC4F-418D-AE19-62706E023703}">
                      <ahyp:hlinkClr xmlns:ahyp="http://schemas.microsoft.com/office/drawing/2018/hyperlinkcolor" val="tx"/>
                    </a:ext>
                  </a:extLst>
                </a:hlinkClick>
              </a:rPr>
              <a:t>Adam</a:t>
            </a:r>
            <a:r>
              <a:rPr lang="en" sz="2650">
                <a:solidFill>
                  <a:schemeClr val="dk1"/>
                </a:solidFill>
                <a:uFill>
                  <a:noFill/>
                </a:uFill>
                <a:hlinkClick r:id="rId4">
                  <a:extLst>
                    <a:ext uri="{A12FA001-AC4F-418D-AE19-62706E023703}">
                      <ahyp:hlinkClr xmlns:ahyp="http://schemas.microsoft.com/office/drawing/2018/hyperlinkcolor" val="tx"/>
                    </a:ext>
                  </a:extLst>
                </a:hlinkClick>
              </a:rPr>
              <a:t> Cheong</a:t>
            </a:r>
            <a:endParaRPr sz="2650"/>
          </a:p>
        </p:txBody>
      </p:sp>
      <p:graphicFrame>
        <p:nvGraphicFramePr>
          <p:cNvPr id="105" name="Google Shape;105;p17"/>
          <p:cNvGraphicFramePr/>
          <p:nvPr/>
        </p:nvGraphicFramePr>
        <p:xfrm>
          <a:off x="6504667" y="193267"/>
          <a:ext cx="5417601" cy="508000"/>
        </p:xfrm>
        <a:graphic>
          <a:graphicData uri="http://schemas.openxmlformats.org/drawingml/2006/table">
            <a:tbl>
              <a:tblPr>
                <a:noFill/>
              </a:tblPr>
              <a:tblGrid>
                <a:gridCol w="1243238">
                  <a:extLst>
                    <a:ext uri="{9D8B030D-6E8A-4147-A177-3AD203B41FA5}">
                      <a16:colId xmlns:a16="http://schemas.microsoft.com/office/drawing/2014/main" val="20000"/>
                    </a:ext>
                  </a:extLst>
                </a:gridCol>
                <a:gridCol w="1899000">
                  <a:extLst>
                    <a:ext uri="{9D8B030D-6E8A-4147-A177-3AD203B41FA5}">
                      <a16:colId xmlns:a16="http://schemas.microsoft.com/office/drawing/2014/main" val="20001"/>
                    </a:ext>
                  </a:extLst>
                </a:gridCol>
                <a:gridCol w="1398863">
                  <a:extLst>
                    <a:ext uri="{9D8B030D-6E8A-4147-A177-3AD203B41FA5}">
                      <a16:colId xmlns:a16="http://schemas.microsoft.com/office/drawing/2014/main" val="20002"/>
                    </a:ext>
                  </a:extLst>
                </a:gridCol>
                <a:gridCol w="876500">
                  <a:extLst>
                    <a:ext uri="{9D8B030D-6E8A-4147-A177-3AD203B41FA5}">
                      <a16:colId xmlns:a16="http://schemas.microsoft.com/office/drawing/2014/main" val="20003"/>
                    </a:ext>
                  </a:extLst>
                </a:gridCol>
              </a:tblGrid>
              <a:tr h="508000">
                <a:tc>
                  <a:txBody>
                    <a:bodyPr/>
                    <a:lstStyle/>
                    <a:p>
                      <a:pPr marL="0" lvl="0" indent="0" algn="ctr" rtl="0">
                        <a:spcBef>
                          <a:spcPts val="0"/>
                        </a:spcBef>
                        <a:spcAft>
                          <a:spcPts val="0"/>
                        </a:spcAft>
                        <a:buNone/>
                      </a:pPr>
                      <a:r>
                        <a:rPr lang="en" sz="2000"/>
                        <a:t>about</a:t>
                      </a:r>
                      <a:endParaRPr sz="2000"/>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2000"/>
                        <a:t>publications</a:t>
                      </a:r>
                      <a:endParaRPr sz="2000"/>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2000" b="1">
                          <a:solidFill>
                            <a:srgbClr val="B509AC"/>
                          </a:solidFill>
                          <a:uFill>
                            <a:noFill/>
                          </a:uFill>
                          <a:hlinkClick r:id="rId5">
                            <a:extLst>
                              <a:ext uri="{A12FA001-AC4F-418D-AE19-62706E023703}">
                                <ahyp:hlinkClr xmlns:ahyp="http://schemas.microsoft.com/office/drawing/2018/hyperlinkcolor" val="tx"/>
                              </a:ext>
                            </a:extLst>
                          </a:hlinkClick>
                        </a:rPr>
                        <a:t>projects</a:t>
                      </a:r>
                      <a:endParaRPr sz="2000" b="1">
                        <a:solidFill>
                          <a:srgbClr val="B509A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2000"/>
                        <a:t>cv</a:t>
                      </a:r>
                      <a:endParaRPr sz="2000"/>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06" name="Google Shape;106;p17">
            <a:hlinkClick r:id="rId6"/>
          </p:cNvPr>
          <p:cNvSpPr/>
          <p:nvPr/>
        </p:nvSpPr>
        <p:spPr>
          <a:xfrm>
            <a:off x="440911" y="1583834"/>
            <a:ext cx="3552750" cy="4802850"/>
          </a:xfrm>
          <a:prstGeom prst="rect">
            <a:avLst/>
          </a:prstGeom>
          <a:noFill/>
          <a:ln>
            <a:noFill/>
          </a:ln>
        </p:spPr>
        <p:txBody>
          <a:bodyPr spcFirstLastPara="1" wrap="square" lIns="121900" tIns="121900" rIns="121900" bIns="121900" anchor="ctr" anchorCtr="0">
            <a:noAutofit/>
          </a:bodyPr>
          <a:lstStyle/>
          <a:p>
            <a:pPr algn="ctr">
              <a:spcBef>
                <a:spcPts val="0"/>
              </a:spcBef>
              <a:spcAft>
                <a:spcPts val="0"/>
              </a:spcAft>
            </a:pPr>
            <a:endParaRPr sz="1850"/>
          </a:p>
        </p:txBody>
      </p:sp>
      <p:pic>
        <p:nvPicPr>
          <p:cNvPr id="107" name="Google Shape;107;p17">
            <a:hlinkClick r:id="rId7"/>
          </p:cNvPr>
          <p:cNvPicPr preferRelativeResize="0"/>
          <p:nvPr/>
        </p:nvPicPr>
        <p:blipFill rotWithShape="1">
          <a:blip r:embed="rId8">
            <a:alphaModFix/>
          </a:blip>
          <a:srcRect t="18140"/>
          <a:stretch/>
        </p:blipFill>
        <p:spPr>
          <a:xfrm>
            <a:off x="2774867" y="86472"/>
            <a:ext cx="1171967" cy="813867"/>
          </a:xfrm>
          <a:prstGeom prst="rect">
            <a:avLst/>
          </a:prstGeom>
          <a:noFill/>
          <a:ln>
            <a:noFill/>
          </a:ln>
        </p:spPr>
      </p:pic>
      <p:pic>
        <p:nvPicPr>
          <p:cNvPr id="108" name="Google Shape;108;p17" title="Picture1.jpg">
            <a:hlinkClick r:id="rId9"/>
          </p:cNvPr>
          <p:cNvPicPr preferRelativeResize="0"/>
          <p:nvPr/>
        </p:nvPicPr>
        <p:blipFill rotWithShape="1">
          <a:blip r:embed="rId10">
            <a:alphaModFix/>
          </a:blip>
          <a:srcRect t="19" b="29"/>
          <a:stretch/>
        </p:blipFill>
        <p:spPr>
          <a:xfrm>
            <a:off x="4306155" y="802867"/>
            <a:ext cx="7616111" cy="553796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8"/>
          <p:cNvSpPr/>
          <p:nvPr/>
        </p:nvSpPr>
        <p:spPr>
          <a:xfrm>
            <a:off x="0" y="5912400"/>
            <a:ext cx="12192000" cy="945600"/>
          </a:xfrm>
          <a:prstGeom prst="rect">
            <a:avLst/>
          </a:prstGeom>
          <a:solidFill>
            <a:srgbClr val="333399"/>
          </a:solidFill>
          <a:ln>
            <a:noFill/>
          </a:ln>
        </p:spPr>
        <p:txBody>
          <a:bodyPr spcFirstLastPara="1" wrap="square" lIns="121900" tIns="121900" rIns="121900" bIns="121900" anchor="t" anchorCtr="0">
            <a:noAutofit/>
          </a:bodyPr>
          <a:lstStyle/>
          <a:p>
            <a:pPr algn="ctr" defTabSz="457200" eaLnBrk="1" fontAlgn="auto" hangingPunct="1">
              <a:spcBef>
                <a:spcPts val="0"/>
              </a:spcBef>
              <a:spcAft>
                <a:spcPts val="0"/>
              </a:spcAft>
              <a:buClr>
                <a:srgbClr val="000000"/>
              </a:buClr>
            </a:pPr>
            <a:r>
              <a:rPr kumimoji="0" lang="en" sz="4800" kern="0">
                <a:solidFill>
                  <a:srgbClr val="FFFFFF"/>
                </a:solidFill>
                <a:latin typeface="Arial"/>
                <a:cs typeface="Arial"/>
                <a:sym typeface="Arial"/>
              </a:rPr>
              <a:t>🦾  Grow from Earth  🌱 </a:t>
            </a:r>
            <a:endParaRPr kumimoji="0" sz="1750" kern="0">
              <a:solidFill>
                <a:srgbClr val="FFFFFF"/>
              </a:solidFill>
              <a:latin typeface="Arial"/>
              <a:cs typeface="Arial"/>
              <a:sym typeface="Arial"/>
            </a:endParaRPr>
          </a:p>
        </p:txBody>
      </p:sp>
      <p:sp>
        <p:nvSpPr>
          <p:cNvPr id="114" name="Google Shape;114;p18"/>
          <p:cNvSpPr/>
          <p:nvPr/>
        </p:nvSpPr>
        <p:spPr>
          <a:xfrm>
            <a:off x="0" y="0"/>
            <a:ext cx="12192000" cy="945600"/>
          </a:xfrm>
          <a:prstGeom prst="rect">
            <a:avLst/>
          </a:prstGeom>
          <a:solidFill>
            <a:srgbClr val="333399"/>
          </a:solidFill>
          <a:ln>
            <a:noFill/>
          </a:ln>
        </p:spPr>
        <p:txBody>
          <a:bodyPr spcFirstLastPara="1" wrap="square" lIns="121900" tIns="121900" rIns="121900" bIns="121900" anchor="t" anchorCtr="0">
            <a:noAutofit/>
          </a:bodyPr>
          <a:lstStyle/>
          <a:p>
            <a:pPr algn="ctr" defTabSz="457200" eaLnBrk="1" fontAlgn="auto" hangingPunct="1">
              <a:spcBef>
                <a:spcPts val="0"/>
              </a:spcBef>
              <a:spcAft>
                <a:spcPts val="0"/>
              </a:spcAft>
              <a:buClr>
                <a:srgbClr val="000000"/>
              </a:buClr>
            </a:pPr>
            <a:r>
              <a:rPr kumimoji="0" lang="en" sz="4800" b="1" kern="0">
                <a:solidFill>
                  <a:srgbClr val="FFFFFF"/>
                </a:solidFill>
                <a:latin typeface="Arial"/>
                <a:cs typeface="Arial"/>
                <a:sym typeface="Arial"/>
              </a:rPr>
              <a:t>      </a:t>
            </a:r>
            <a:r>
              <a:rPr kumimoji="0" lang="en" sz="4800" kern="0">
                <a:solidFill>
                  <a:srgbClr val="FFFFFF"/>
                </a:solidFill>
                <a:latin typeface="Arial"/>
                <a:cs typeface="Arial"/>
                <a:sym typeface="Arial"/>
              </a:rPr>
              <a:t>Harvest on Mars  🍓</a:t>
            </a:r>
            <a:endParaRPr kumimoji="0" sz="1750" kern="0">
              <a:solidFill>
                <a:srgbClr val="FFFFFF"/>
              </a:solidFill>
              <a:latin typeface="Arial"/>
              <a:cs typeface="Arial"/>
              <a:sym typeface="Arial"/>
            </a:endParaRPr>
          </a:p>
        </p:txBody>
      </p:sp>
      <p:pic>
        <p:nvPicPr>
          <p:cNvPr id="115" name="Google Shape;115;p18" title="Watney_Logo.png">
            <a:hlinkClick r:id="rId3"/>
          </p:cNvPr>
          <p:cNvPicPr preferRelativeResize="0"/>
          <p:nvPr/>
        </p:nvPicPr>
        <p:blipFill rotWithShape="1">
          <a:blip r:embed="rId4">
            <a:alphaModFix/>
          </a:blip>
          <a:srcRect t="15469"/>
          <a:stretch/>
        </p:blipFill>
        <p:spPr>
          <a:xfrm>
            <a:off x="2428475" y="52968"/>
            <a:ext cx="1171966" cy="839666"/>
          </a:xfrm>
          <a:prstGeom prst="rect">
            <a:avLst/>
          </a:prstGeom>
          <a:noFill/>
          <a:ln>
            <a:noFill/>
          </a:ln>
        </p:spPr>
      </p:pic>
      <p:pic>
        <p:nvPicPr>
          <p:cNvPr id="116" name="Google Shape;116;p18" title="Slide 6.jpg"/>
          <p:cNvPicPr preferRelativeResize="0"/>
          <p:nvPr/>
        </p:nvPicPr>
        <p:blipFill>
          <a:blip r:embed="rId5">
            <a:alphaModFix/>
          </a:blip>
          <a:stretch>
            <a:fillRect/>
          </a:stretch>
        </p:blipFill>
        <p:spPr>
          <a:xfrm>
            <a:off x="44563" y="962788"/>
            <a:ext cx="12081964" cy="4890600"/>
          </a:xfrm>
          <a:prstGeom prst="rect">
            <a:avLst/>
          </a:prstGeom>
          <a:noFill/>
          <a:ln>
            <a:noFill/>
          </a:ln>
        </p:spPr>
      </p:pic>
    </p:spTree>
  </p:cSld>
  <p:clrMapOvr>
    <a:masterClrMapping/>
  </p:clrMapOvr>
</p:sld>
</file>

<file path=ppt/theme/theme1.xml><?xml version="1.0" encoding="utf-8"?>
<a:theme xmlns:a="http://schemas.openxmlformats.org/drawingml/2006/main" name="標準デザイン">
  <a:themeElements>
    <a:clrScheme name="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標準デザイン">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1390</TotalTime>
  <Words>870</Words>
  <Application>Microsoft Macintosh PowerPoint</Application>
  <PresentationFormat>Widescreen</PresentationFormat>
  <Paragraphs>102</Paragraphs>
  <Slides>6</Slides>
  <Notes>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6</vt:i4>
      </vt:variant>
    </vt:vector>
  </HeadingPairs>
  <TitlesOfParts>
    <vt:vector size="13" baseType="lpstr">
      <vt:lpstr>メイリオ</vt:lpstr>
      <vt:lpstr>メイリオ</vt:lpstr>
      <vt:lpstr>Arial</vt:lpstr>
      <vt:lpstr>Lato</vt:lpstr>
      <vt:lpstr>Roboto</vt:lpstr>
      <vt:lpstr>標準デザイン</vt:lpstr>
      <vt:lpstr>Simple Light</vt:lpstr>
      <vt:lpstr>PowerPoint Presentation</vt:lpstr>
      <vt:lpstr>PowerPoint Presentation</vt:lpstr>
      <vt:lpstr>PowerPoint Presentation</vt:lpstr>
      <vt:lpstr>PowerPoint Presentation</vt:lpstr>
      <vt:lpstr>Adam Cheong</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Profile Sheet</dc:title>
  <dc:subject/>
  <dc:creator>Adam Cheong</dc:creator>
  <cp:keywords/>
  <dc:description/>
  <cp:lastModifiedBy>home@cheong.net</cp:lastModifiedBy>
  <cp:revision>105</cp:revision>
  <dcterms:created xsi:type="dcterms:W3CDTF">2014-07-22T03:05:28Z</dcterms:created>
  <dcterms:modified xsi:type="dcterms:W3CDTF">2025-04-30T08:04:59Z</dcterms:modified>
  <cp:category/>
</cp:coreProperties>
</file>